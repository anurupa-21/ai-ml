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0" r:id="rId5"/>
    <p:sldId id="27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4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13382,'0'0'6139,"0"7"-5947,-1 19 229,2 0 1,4 29-1,1 34 391,-6-20-170,-2 0 0,-15 90 0,5-94-309,-36 163 1722,50-237-2390,0 0 0,1 0 0,6-16 0,15-17-3080,2-2-2262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48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8548,'-1'1'14850,"1"0"-14834,0 0-1,0-1 0,0 1 0,0-1 0,0 1 0,0-1 1,0 1-1,0 0 0,0-1 0,0 1 0,0-1 1,0 1-1,0-1 0,0 1 0,1-1 0,-1 1 0,0 0 1,0-1-1,1 1 0,-1-1 0,0 0 0,1 1 1,-1-1-1,1 1 0,-1-1 0,1 1 0,21 16 220,0-1 0,2 0-1,-1-2 1,42 18-1,-19-9-43,36 17 21,61 34-65,-117-58-142,0 1 0,0 1 0,23 22-1,-44-36-2,-1 0-1,0 0 0,0 0 0,0 1 1,0 0-1,-1 0 0,0 0 0,0 0 0,0 0 1,0 1-1,-1-1 0,0 1 0,0 0 1,-1-1-1,0 1 0,0 0 0,0 0 0,0 0 1,-1 0-1,0 0 0,-1 0 0,1 0 1,-1 0-1,0 0 0,0 0 0,-1-1 0,0 1 1,0 0-1,0-1 0,-1 1 0,0-1 1,0 0-1,0 0 0,0 0 0,-1 0 1,-5 4-1,-20 22 126,-1-1 0,-46 34-1,-78 48 1037,95-71-625,-18 15 149,-70 47 941,133-97-1842,12-17-2493,2 8 2446,0-34-3802,0 10-1449,0-20-9322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48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126 105 7603,'0'0'15797,"-1"-5"-15170,0 3-608,1 5 149,-1 35 64,-1-1 1,-3 0-1,-1 1 1,-1-2-1,-2 1 1,-15 36-1,3-17-47,9-27-34,2 0-1,1 0 1,-9 47-1,20-117 1124,-2 22-1241,1 0-1,4-23 0,2 15-36,0 0-1,3 0 0,0 1 1,1 0-1,2 1 0,0 0 1,2 1-1,31-39 0,-23 36 9,0 1 0,2 1 1,1 2-1,1 0 0,1 1 0,50-28 0,-70 45 7,1 0 0,0 1 0,0 0 0,16-4 0,-23 8-9,0-1 0,-1 1 1,1-1-1,0 1 0,-1 0 1,1 0-1,0 0 0,0 0 1,-1 0-1,1 0 0,0 0 0,0 1 1,-1-1-1,1 0 0,0 1 1,-1 0-1,1-1 0,0 1 1,-1 0-1,1 0 0,-1 0 1,0 0-1,1 0 0,-1 0 1,0 0-1,1 1 0,-1-1 1,0 0-1,0 1 0,0-1 1,0 1-1,0-1 0,1 4 1,7 25 29,-1 1 0,-2 0 0,-1 1 0,-1 0 0,-1 32 0,11 76 144,-14-138-171,4 19 48,1 0-1,9 27 1,-13-44-41,1 0 0,-1 0 1,1 0-1,0 0 0,0 0 1,0-1-1,1 1 0,-1-1 1,1 1-1,0-1 0,0 0 1,0 0-1,0 0 0,1 0 1,-1-1-1,1 1 1,0-1-1,6 3 0,-9-5-9,0 1-1,0-1 0,0 0 0,0 1 1,1-1-1,-1 0 0,0 0 1,0 0-1,1 0 0,-1 0 0,0 0 1,0 0-1,0 0 0,1 0 0,-1-1 1,0 1-1,0 0 0,0-1 1,0 1-1,1-1 0,-1 0 0,0 1 1,0-1-1,0 0 0,0 0 1,0 1-1,-1-1 0,1 0 0,0 0 1,0 0-1,0 0 0,-1 0 1,1 0-1,-1 0 0,1 0 0,0-2 1,1-3-483,0 0 1,-1-1 0,0 1 0,0 0-1,0-11 1,0 12-299,-1-23-4497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4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19961,'0'0'6931,"120"-41"-6835,-41 23-32,1 1-64,-7 4-704,-15 2-2113,-10-1-3362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4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24107,'0'0'2244,"0"17"-1796,41 514 1932,-41-529-2373,1-1 0,-1 0 0,0 1-1,0-1 1,1 0 0,-1 1 0,0-1 0,1 0 0,-1 0 0,1 0 0,0 1 0,-1-1 0,1 0 0,0 0 0,1 2 0,-1-3-9,-1 0-1,1 0 1,-1 0 0,1 0 0,-1 0-1,1 0 1,-1 0 0,1 1 0,-1-1 0,1 0-1,-1-1 1,0 1 0,1 0 0,-1 0-1,1 0 1,-1 0 0,1 0 0,-1 0 0,1-1-1,-1 1 1,1 0 0,-1 0 0,0-1-1,1 1 1,-1 0 0,0 0 0,1-1 0,4-4-197,-1 0 0,1 0 1,-1-1-1,5-8 0,-8 11 66,25-44-3019,-11 14-2388,2-11-9883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4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20729,'0'0'6617,"28"-4"-6268,446-71 1039,-401 60-1222,-38 8-139,1 0 0,59-2 1,-94 9-132,10 3-9557,7 3-3246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96 106 21210,'0'0'2822,"0"12"-2755,-3 47 225,-2-1 0,-15 73 0,-41 123 1233,59-249-813,0-7-211,0-15 32,1-33-182,1 47-292,4-48-34,2 1 0,2 0 1,2 0-1,2 1 1,23-59-1,-29 89 17,2 0 0,0 0 0,1 1 0,0 0 0,24-31 0,-30 44-24,0 1 0,0 0 1,1 1-1,-1-1 0,1 1 1,0-1-1,0 1 1,0 0-1,1 1 0,-1-1 1,1 1-1,0-1 0,-1 2 1,1-1-1,0 0 0,0 1 1,0 0-1,0 0 1,0 0-1,1 1 0,-1 0 1,0 0-1,0 0 0,0 1 1,0-1-1,0 1 0,0 0 1,10 4-1,-9-2-22,0 1 0,0 0 0,0 0 1,-1 0-1,1 1 0,-1-1 0,0 1 0,0 1 0,-1-1 0,0 1 0,0-1 0,0 1 0,6 13 0,3 7 9,17 55 0,5 59 15,-28-101-5,2-1 0,2 0 0,22 53 0,-33-90-19,1 0 0,-1 0 0,1 0 0,-1 0 0,1 0 0,-1 0 0,1 0 0,-1 0 0,1-1 0,0 1 0,-1 0 0,1 0 0,0 0 0,0-1 0,0 1 0,0 0 0,0-1 0,0 1 0,0-1 0,0 1 0,0-1 0,0 0 0,0 1 0,0-1 0,1 1 0,0-2-29,-1 1 1,0-1-1,1 1 0,-1-1 1,0 1-1,1-1 0,-1 0 1,0 0-1,0 1 0,0-1 1,1 0-1,-1 0 0,0 0 1,0 0-1,0 0 0,1-3 1,5-6-1235,-1-1 1,1-1 0,5-16 0,-9 21-510,5-16-5928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0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22186,'0'0'6515,"141"-35"-6147,-75 16-288,-3 4-80,-10 4-864,-7-2-2498,-9 2-7491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53 18392,'0'0'5675,"-1"4"-5307,-8 74-22,-4 29 127,-8-20-126,-13 70 75,32-131-353,2-22 81,2-17 39,2-13-77,1 0 1,2 0 0,10-27-1,3-13-77,-19 65-35,7-32-42,1 1-1,2 0 0,1 1 1,21-38-1,-29 61 27,1 1 0,0-1 0,0 1 0,0 1-1,1-1 1,0 1 0,1 0 0,-1 0 0,1 1 0,0 0 0,1 0-1,-1 0 1,1 1 0,0 0 0,0 1 0,0 0 0,0 0 0,1 1-1,-1 0 1,1 0 0,16 0 0,-19 1 5,0 1 0,0 0-1,0 0 1,0 1 0,0-1-1,1 2 1,-1-1 0,0 0 0,-1 1-1,1 0 1,0 1 0,8 4-1,-8-3 6,-1 1 0,0-1 0,0 1-1,-1 0 1,1 0 0,-1 1 0,0-1 0,0 1-1,-1 0 1,0 0 0,4 10 0,2 11 15,-1 0 0,-1 1 0,-2 1-1,0-1 1,-2 1 0,-1 41 0,-1-34 19,2 0 0,1-1-1,11 49 1,-13-77-22,0-1 0,1 0-1,-1 0 1,1 0 0,0 0 0,1 0-1,-1 0 1,1-1 0,0 0 0,1 0-1,-1 0 1,6 5 0,-7-8-13,0-1 1,-1 1 0,1 0-1,0-1 1,0 1-1,0-1 1,0 0-1,0 0 1,1 0 0,-1-1-1,0 1 1,0-1-1,0 1 1,1-1-1,-1 0 1,0 0 0,1-1-1,-1 1 1,0-1-1,0 0 1,0 1-1,0-1 1,0-1 0,0 1-1,0 0 1,6-4-1,-3 0-357,0 0-1,0 0 0,0-1 1,0 0-1,-1 0 0,0 0 0,0-1 1,-1 0-1,7-12 0,8-27-4325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1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3169,'0'0'21338,"149"-13"-21178,-64 7-128,-2-1-32,0-4-1344,-8-6-3074,-9-3-13447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86 166 4338,'0'0'19121,"-4"17"-19095,-72 264 108,71-267 27,7-27-63,9-29-48,23-44-31,67-119 0,-90 185 37,1 1 1,20-24 0,-28 39 30,-1 0-1,1-1 1,0 1-1,0 1 1,1-1-1,-1 1 1,1 0 0,-1 0-1,1 0 1,0 0-1,0 1 1,1 0-1,-1 0 1,0 0-1,8-1 1,-11 3-69,1 0-1,-1 1 0,0-1 1,1 0-1,-1 1 1,0-1-1,1 1 1,-1 0-1,0 0 1,0 0-1,1 0 1,-1 0-1,0 0 1,0 1-1,-1-1 1,1 1-1,0-1 1,0 1-1,-1 0 1,1-1-1,-1 1 1,1 0-1,-1 0 1,0 0-1,2 5 1,3 5 11,-1 0-1,0 1 1,4 18 0,-6-19 49,10 44 353,9 80 0,0 4-92,-20-130-310,1 1 0,0-1 1,7 17-1,-8-25-31,-1 0 0,0 0 0,0 0 0,1 0 0,-1 0 0,1 0 1,-1 0-1,1-1 0,0 1 0,2 1 0,-3-2-11,0-1 0,0 1-1,0-1 1,0 0 0,0 1 0,0-1 0,0 0 0,0 0 0,0 1 0,0-1-1,0 0 1,0 0 0,0 0 0,1-1 0,-1 1 0,0 0 0,0 0 0,0 0-1,0-1 1,0 1 0,0-1 0,0 1 0,-1-1 0,3 0 0,15-20-4444,-11 11 779,6-4-4584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2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18216,'0'0'5894,"-2"26"-5710,1-7-125,-24 286 1189,8-204-1080,5-34-55,-8 135 1,20-201-114,0-1-1,0 1 1,0-1 0,0 1 0,0-1-1,0 1 1,0-1 0,0 0-1,0 1 1,0-1 0,1 1 0,-1-1-1,0 1 1,0-1 0,0 0 0,1 1-1,-1-1 1,0 1 0,1-1-1,-1 0 1,0 1 0,1-1 0,-1 0-1,0 1 1,1-1 0,-1 0 0,0 0-1,1 0 1,-1 1 0,1-1-1,-1 0 1,1 0 0,-1 0 0,1 0-1,-1 0 1,0 0 0,1 0 0,-1 1-1,1-1 1,-1-1 0,1 1-1,-1 0 1,1 0 0,-1 0 0,1 0-1,0 0 1,22-11-470,-14 4-424,-1 0 1,1-1-1,-2 0 0,1-1 0,9-14 1,9-18-6372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3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99 21898,'0'0'3132,"0"14"-3087,-1 0-41,-1 38 18,-2 0 0,-16 71 0,-12-18 13,32-166-54,4 22 16,2 0 1,1 0-1,3 0 0,0 1 1,21-47-1,-27 77 24,0 0 1,1 0-1,-1 1 1,2-1-1,-1 1 0,1 1 1,0-1-1,0 1 1,1 0-1,0 0 1,0 1-1,0 0 1,1 0-1,15-7 0,-17 9-12,0 1 0,1 0 0,-1 0 0,1 0 0,0 1-1,-1 0 1,1 0 0,0 1 0,0-1 0,0 2 0,0-1-1,-1 1 1,1 0 0,0 0 0,-1 1 0,1 0-1,0 0 1,-1 0 0,0 1 0,7 4 0,-6-2 0,1 1-1,-1 0 1,0 0 0,-1 1 0,1 0 0,-1 0 0,-1 0 0,1 1-1,-1-1 1,-1 2 0,1-1 0,-1 0 0,-1 1 0,1 0-1,-2-1 1,1 1 0,1 15 0,2 16 59,-2-1 0,-3 74 0,-1-72-31,-2-7-17,-1 1-1,-8 36 1,3-21-10,31-115-7960,-6 18-3146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17064,'0'0'4066,"129"-9"-3778,-61-1-144,0-4-144,-5-7-224,-12-1-2401,-11-3-5875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17112,'0'0'9423,"4"10"-9348,3 17-61,-1 1 0,-1 0 0,-1 0 0,0 39 0,-10 120 112,2 28-5,4-213-120,0 0-1,0 0 1,0 0 0,1 0-1,-1 0 1,1-1-1,0 1 1,-1 0 0,1 0-1,0 0 1,0 0 0,0-1-1,0 1 1,0 0 0,0-1-1,1 1 1,-1-1-1,1 1 1,-1-1 0,1 0-1,-1 0 1,1 0 0,0 1-1,-1-2 1,1 1 0,0 0-1,0 0 1,0 0 0,0-1-1,0 1 1,0-1-1,0 0 1,0 1 0,0-1-1,2 0 1,5 0-25,0-1 0,0 1-1,-1-1 1,1-1 0,0 0 0,0 0-1,8-4 1,6-3-568,0-1-1,-1-2 0,0 0 1,33-25-1,-30 17-3025,34-33 0,-20 11-8377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4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 19433,'0'0'7467,"0"7"-7331,0 12-119,-1-1 0,-1 0 0,-1 1 0,-9 33 0,-30 77 79,37-115-87,-31 88 126,-84 166-1,116-351-8407,-1 25-2737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4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19049,'0'0'4162,"108"82"-3122,-50-35-304,-2-5-463,-7-4-193,-9-10-80,-11-12-929,-5-16-3137,-9 0-8483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4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1 10037,'0'0'11002,"-15"15"-10479,-47 48-112,59-59-397,0-1 0,0 0 0,0 1 0,1 0 0,-1 0 0,1 0 1,0 0-1,0 0 0,1 0 0,-1 0 0,1 1 0,0-1 0,0 1 0,0-1 0,1 1 1,-1-1-1,1 1 0,0-1 0,1 7 0,0 7-5,-1-14-10,1 1 1,0 0 0,0 0 0,0-1 0,1 1 0,-1 0 0,1-1-1,0 1 1,0-1 0,1 0 0,-1 0 0,1 0 0,0 0 0,0 0-1,1-1 1,6 7 0,8 5-131,0-1-1,28 16 0,-15-10-209,-23-15 260,-1 0 1,0 0 0,0 1 0,-1 1 0,0-1-1,0 1 1,0 0 0,7 11 0,-12-16 76,0 0 0,0 1 0,0-1 0,-1 0 0,1 0 0,0 1 0,-1-1 1,1 0-1,-1 1 0,0-1 0,0 1 0,0-1 0,0 0 0,0 1 0,-1-1 0,1 0 1,-1 1-1,1-1 0,-1 0 0,0 1 0,0-1 0,0 0 0,0 0 0,0 0 0,0 0 0,-1 0 1,1 0-1,-1 0 0,1 0 0,-1-1 0,0 1 0,0-1 0,0 1 0,0-1 0,0 0 1,0 1-1,-2 0 0,-11 6 105,0-1-1,0 0 1,-1-1 0,0-1 0,0-1 0,0 0-1,-29 3 1,8-3 466,0-2 0,-52-4 1,87 2-547,0 0-1,0 0 1,0 0 0,0 0 0,0-1 0,0 1 0,0-1 0,0 1 0,0-1 0,0 1 0,0-1 0,0 0 0,0 0 0,1 0 0,-1 0 0,0 0 0,1-1 0,-1 1-1,1 0 1,-3-4 0,3 5-55,1-1 1,0 0-1,0 1 0,0-1 0,0 1 0,0-1 0,0 1 0,0-1 1,0 0-1,0 1 0,0-1 0,1 1 0,-1-1 0,0 1 1,0-1-1,0 1 0,1-1 0,-1 0 0,0 1 0,1 0 0,-1-1 1,0 1-1,1-1 0,-1 1 0,1-1 0,25-14-2794,29-3-5973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5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21450,'0'0'5960,"0"14"-5856,-4 520 357,5-545-884,0 0 0,1 0 0,0 0 0,0 0 0,2 1 0,-1-1 0,1 1 0,8-15 0,15-28-4616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5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16440,'0'0'7894,"10"-2"-6235,694-46-319,-697 47-1556,-10-1 258,-19-2-288,-12-4-5281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6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8884,'0'0'6736,"-12"13"-3934,12-11-2771,0-1 0,1 1 0,-1-1 1,0 1-1,1-1 0,0 0 0,-1 1 0,1-1 1,0 0-1,-1 0 0,1 1 0,0-1 1,0 0-1,0 0 0,0 0 0,0 0 0,0 0 1,1 0-1,-1 0 0,0-1 0,0 1 0,1 0 1,-1-1-1,0 1 0,1-1 0,-1 1 1,3 0-1,47 8 258,-35-7-148,662 56 215,-533-51-464,1297 33-632,-406-17 1171,829 59-87,451 14 288,-2193-93-481,437 9 360,-566-12-611,1 0-224,1 0 0,-1 0 0,1 0 0,-1-1 0,1 1 0,-1-1 0,-8-3 0,-6-11-5049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9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13302,'0'0'9658,"0"-5"-8380,0-11-742,0 10-133,0 10 720,0 434 1225,1-437-2335,0-1 0,-1 0 0,1 1 0,0-1 0,-1 0 1,1 0-1,0 1 0,0-1 0,-1 0 0,1 0 0,0 0 0,0 0 1,-1 0-1,1 0 0,0 0 0,0 0 0,-1 0 0,1 0 0,0 0 0,0-1 1,-1 1-1,1 0 0,0 0 0,-1-1 0,2 0 0,3-2-44,1-1 1,-1 0-1,0 0 0,0-1 0,0 1 0,-1-1 1,7-9-1,27-43-2428,-34 51 1939,16-30-4688,-3 0-4591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0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7 15095,'0'0'10402,"-5"-2"-10026,-5-2-303,8 5-42,22 20-9,186 142 125,-37-33-97,-155-118-62,0 1 0,-1 0 1,0 0-1,-1 2 0,0-1 0,-2 2 1,0-1-1,15 32 0,-22-39 13,0 0 0,0 0 0,-1 1 0,0-1 0,0 1 0,-1-1 0,0 1-1,-1 0 1,0-1 0,0 1 0,-1 0 0,0-1 0,-1 1 0,0-1 0,0 1 0,0-1 0,-1 0 0,-1 0 0,1 0 0,-1 0 0,-7 9 0,-3 2 125,-2 0 0,0-1 0,-1 0 0,-1-1 0,0-1 0,-2-1 0,-25 15 0,-154 80 2003,170-95-1756,-12 7 458,-1-3 0,-70 23-1,105-40-696,15-4-695,-1 0-1,1 0 1,0 0 0,-1-1 0,1 0 0,-1-1 0,0 1-1,0-1 1,-1-1 0,13-9 0,0 0-1739,37-24-6331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0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42 150 20169,'0'0'7310,"-3"1"-7051,1 0-257,1 0-1,0 0 1,0 0 0,0 0-1,0 0 1,0 1 0,0-1-1,0 0 1,0 1-1,0-1 1,1 0 0,-1 1-1,0-1 1,1 1 0,0-1-1,-1 1 1,1-1 0,0 1-1,-1 0 1,1-1-1,0 1 1,0-1 0,1 3-1,-1 53 2,1-39 6,4 77 37,-2-44 142,-5 84-1,2-135-183,0 1 1,0-1-1,0 1 0,0-1 0,0 0 0,0 1 0,0-1 0,0 0 1,-1 1-1,1-1 0,0 0 0,0 1 0,0-1 0,0 0 0,0 1 1,-1-1-1,1 0 0,0 1 0,0-1 0,-1 0 0,1 0 1,0 1-1,0-1 0,-1 0 0,1 0 0,0 0 0,-1 1 0,1-1 1,0 0-1,-1 0 0,1 0 0,0 0 0,-1 0 0,1 0 0,0 0 1,-1 1-1,1-1 0,-1 0 0,1 0 0,0-1 0,-1 1 1,1 0-1,0 0 0,-1 0 0,1 0 0,0 0 0,-1 0 0,1 0 1,0 0-1,-1-1 0,1 1 0,0 0 0,-1 0 0,1 0 0,0-1 1,0 1-1,-1 0 0,1-1 0,0 1 0,0 0 0,-1 0 1,1-1-1,-3-9 7,0 0 1,0 0 0,1 0-1,1 0 1,-1 0 0,2 0-1,-1-1 1,3-18 0,-1 11-3,0-3-15,1-1 0,1 1 0,1 0 0,1 0 0,1 0 0,16-37 0,-9 31-17,1 0-1,1 0 0,1 2 1,27-33-1,-38 51 20,1 1 0,0 0-1,1 0 1,-1 0 0,1 1 0,0 0-1,1 1 1,-1-1 0,1 1-1,0 1 1,10-4 0,-14 6 1,0-1 0,0 2 0,0-1 0,0 0 1,0 1-1,0 0 0,0 0 0,0 0 0,0 0 0,0 1 1,0 0-1,0-1 0,0 2 0,0-1 0,-1 0 0,1 1 1,0-1-1,-1 1 0,1 0 0,-1 0 0,1 1 0,-1-1 0,0 1 1,0 0-1,4 4 0,4 8-1,-1-1-1,0 1 1,-2 1 0,0 0-1,0 0 1,-1 0 0,-1 1-1,-1 0 1,-1 0 0,0 0-1,1 19 1,2 29 105,-3 107 1,-5-118-2,1-47-50,0 0 1,0 0-1,1 0 1,0 0-1,0 0 1,4 12-1,-5-18-36,1 1-1,0-1 0,0 0 0,0 1 1,0-1-1,0 0 0,0 0 1,0 0-1,0 1 0,0-1 1,0 0-1,1 0 0,-1-1 0,0 1 1,1 0-1,-1 0 0,1-1 1,-1 1-1,1-1 0,-1 1 1,1-1-1,0 0 0,-1 1 0,1-1 1,-1 0-1,1 0 0,0 0 1,-1 0-1,1-1 0,-1 1 1,1 0-1,-1-1 0,1 1 0,2-2 1,2 0-40,0 0 0,0-1 1,-1 0-1,1-1 0,-1 1 0,0-1 1,0 0-1,0 0 0,0-1 0,-1 1 1,1-1-1,3-5 0,-5 5-706,1 0 0,-1 0 0,0 0-1,0 0 1,-1 0 0,1-1 0,2-10 0,-4-4-6616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20858,'0'0'5330,"131"-2"-4818,-44-6-352,4-12-160,-6-2-352,-13-1-2273,-18 1-2898,-19 5-12245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22762,'0'0'2348,"3"24"-1836,1 10-309,11 119 491,-11 82 394,-5-146-173,2-93-1063,0 0-1,0-1 1,0 1-1,0 0 1,1 0-1,0 0 1,0 0-1,3-5 1,7-15-1842,-2-12-3725,-7 0-6531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1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17320,'0'0'10085,"85"-39"-9621,-18 22-16,3 0-304,-6 3-96,-6 2-48,-14 7-128,-17 1-480,-11 4-625,-12 0-816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2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33 102 21882,'0'0'886,"-1"21"-566,-4 142 320,-14 21 79,11-112 424,9-123-1013,12-82-1,-9 106-132,2 0 0,1 0-1,1 1 1,21-47 0,-21 57 5,1 1 0,0 1 0,1 0 0,1 0 0,0 1-1,1 0 1,16-13 0,-21 20-4,-1 1 0,1 0 0,0 0 0,0 1 0,1-1-1,0 2 1,-1-1 0,1 1 0,0 0 0,1 1 0,-1 0 0,0 0-1,1 1 1,-1 0 0,1 0 0,11 1 0,-16 1 3,0 0 0,0 0-1,0 1 1,0 0 0,0-1 0,0 1 0,-1 1 0,1-1 0,-1 0-1,1 1 1,-1 0 0,0 0 0,0 0 0,0 0 0,-1 0 0,1 1-1,-1-1 1,0 1 0,0-1 0,3 7 0,3 8 20,-1 0-1,0 0 1,4 22 0,-1 12 206,-2 0 0,-2 1 0,-2 57 0,-1-41 95,-4-68-312,1 0 0,0 1 0,0-1 0,0 0 0,0 0 0,0 0 0,0 0-1,1 1 1,-1-1 0,0 0 0,1 0 0,-1 0 0,0 0 0,1 0 0,0 0 0,-1 0 0,1 0 0,-1 0 0,1 0 0,0 0-1,0 0 1,1 1 0,-1-2-1,-1 0 0,1 0-1,0 0 1,0 0 0,0-1 0,0 1-1,0 0 1,0 0 0,-1-1 0,1 1-1,0 0 1,0-1 0,-1 1-1,1-1 1,0 1 0,0-1 0,-1 1-1,1-1 1,-1 0 0,1 1-1,0-2 1,32-45-1898,-33 47 1875,12-26-4159,-5 2-3932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2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 20858,'0'0'7987,"36"-19"-7811,22 8 48,12-8-224,-4 1-16,-8 3-688,-8 2-1089,-15 3-2305,-10 3-6947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7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8980,'0'0'4050,"9"-2"-3703,40-5 294,0 2 1,0 2-1,54 4 1,-34 0-234,54 4 66,-1 4-1,-1 6 0,222 58 0,346 148-578,-392-118 470,-283-99-350,858 295 707,-12 39-583,-231-43-108,-428-187-42,192 137 1,60 88 1165,-471-363-52,-15-18-2757,8 3-3346,12 10-2214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7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0 14743,'0'0'3391,"16"24"-2628,3 2-643,5 8-32,-2 1 0,29 58 0,-42-73-73,0 2 0,-2-1 0,0 1 0,4 30 0,-9-41-8,0 0 0,-1 0-1,-1 0 1,0 0 0,-1 0 0,0 0 0,0 0 0,-1 0 0,-1 0-1,0 0 1,-5 11 0,1-9 67,-1 0 0,0 0 0,-1-1 1,0 0-1,-1 0 0,0-1 0,-1-1 0,0 0 0,-25 17 0,3-5 382,-1-1 1,-58 25 0,-61 12 1695,129-51-2386,0-1 0,0-1 0,-1-2 0,-37 2-1,79-6-5287,28-7-7772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8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0 15031,'0'0'6277,"-13"5"-6141,-20 8-99,1 2-1,0 2 0,1 1 1,-41 32-1,59-41-29,-7 6 193,1 0 0,-19 20 0,34-31-170,0 1-1,0-1 1,1 0 0,-1 1 0,1 0-1,0-1 1,1 1 0,-1 1 0,1-1 0,0 0-1,0 0 1,1 1 0,-1-1 0,1 1-1,0 6 1,1-10-29,0 0-1,1 0 1,-1 0-1,1 0 1,0 1-1,-1-1 1,1-1 0,0 1-1,0 0 1,0 0-1,0 0 1,1 0-1,-1-1 1,1 1-1,-1 0 1,1-1 0,-1 0-1,1 1 1,0-1-1,-1 0 1,1 0-1,3 2 1,6 3-20,1-1 0,21 7-1,-12-5-28,-2 1 7,-3-3-21,0 1-1,0 1 1,-1 1-1,20 12 1,-33-18 51,1 0 1,-1-1-1,1 1 1,-1 0-1,0 0 1,0 1-1,0-1 1,0 0-1,0 1 1,0-1-1,0 1 1,-1 0-1,0-1 1,1 1 0,-1 0-1,0 0 1,0 0-1,-1 0 1,1 0-1,-1 0 1,1 0-1,-1 0 1,0 0-1,0 0 1,0 0-1,-1 0 1,1 0-1,-1 0 1,1 0 0,-3 6-1,0-4 19,0-1 0,0 1 0,0-1 0,-1 0 0,1 0 0,-1 0 0,0 0 0,0-1 0,0 1 0,-1-1 0,1 0 0,-1-1 0,0 1 0,0-1 0,-9 4 0,-3 0 110,0-1-1,0 0 0,-28 3 1,-43-5 210,87-2-345,-1-1 0,1 0 0,0 0 0,-1 0 0,1 0 0,-1-1 0,1 1 0,0 0 0,-1 0 0,1-1 0,-1 1 0,1-1 0,0 0 0,0 1 0,-1-1-1,1 0 1,0 1 0,0-1 0,0 0 0,0 0 0,0 0 0,0 0 0,0 0 0,0 0 0,0-1 0,0 1 0,0 0 0,1 0 0,-1-1 0,1 1 0,-2-2 0,2 0-275,0 1 0,0 0 0,1 0 0,-1-1 0,0 1 0,1 0-1,-1 0 1,1 0 0,0 0 0,-1-1 0,1 1 0,0 0 0,0 0 0,1 1-1,-1-1 1,0 0 0,1 0 0,-1 1 0,1-1 0,-1 0 0,3-1 0,41-26-7789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8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16936,'0'0'6792,"0"14"-6538,-3 22 47,-1 1 1,-2-1-1,-21 67 1,14-60-131,2 1 1,-9 87-1,20-114-46,0-17-130,0 0 1,0 0 0,0 0-1,0 0 1,0 0 0,0 0 0,0 0-1,0 0 1,1 0 0,-1-1-1,0 1 1,0 0 0,0 0 0,0 0-1,0 0 1,0 0 0,0 0-1,0 0 1,0 0 0,0 0 0,0 0-1,0 0 1,0 0 0,0 0-1,0 0 1,1 0 0,-1 0 0,0 0-1,0 0 1,0 0 0,0 0 0,0 0-1,0 0 1,0 0 0,0 0-1,0 0 1,0 0 0,0 0 0,0 0-1,0 0 1,1 0 0,-1 0-1,0 0 1,0 0 0,0 0 0,0 0-1,0 0 1,0 0 0,0 0-1,0 0 1,0 1 0,0-1 0,0 0-1,0 0 1,0 0 0,0 0 0,0 0-1,0 0 1,0 0 0,0 0-1,0 0 1,0 0 0,0 0 0,0 0-1,0 0 1,0 1 0,11-27-1692,-2 4-613,9-11-4139,1-1-6046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9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19017,'0'0'5330,"147"-4"-4818,-64 4-320,4 0-176,0 0-16,-8-3-1136,-9-9-1633,-16-3-2082,-21 0-8547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8 18488,'0'0'6115,"-9"23"-5688,1-4-306,-6 17 90,1 1 1,-9 46-1,13-41-128,3 0 0,-2 75-1,8-115-82,0-1 0,0 1 0,0-1 0,0 1 1,0-1-1,0 1 0,1 0 0,-1-1 0,1 0 0,-1 1 0,1-1 0,0 1 0,0-1 0,-1 0 0,1 1 0,0-1 0,0 0 0,0 0 0,0 1 0,1-1 1,-1 0-1,0 0 0,0-1 0,3 3 0,-1-2-2,1 0 1,-1 0-1,1 0 0,-1 0 1,1 0-1,0-1 1,-1 1-1,1-1 0,0 0 1,5-1-1,2 0-2,-1-1-1,1 0 1,-1 0-1,1-1 0,-1-1 1,18-8-1,-16 4 50,0 1-1,-1-2 0,0 1 1,0-2-1,-1 1 1,-1-1-1,1-1 0,-2 0 1,1 0-1,-1-1 1,9-18-1,-12 20 4,-1-1-1,0 1 1,0-1-1,-1 0 1,0 0-1,-1 0 1,-1-1-1,1 1 1,-2 0-1,0-1 1,0 1 0,-1-1-1,0 1 1,-5-19-1,4 24-24,-1 0-1,0 0 1,0 0-1,0 0 1,-1 1 0,0 0-1,0-1 1,0 2-1,0-1 1,-1 0-1,0 1 1,0 0 0,0 0-1,-1 0 1,1 0-1,-1 1 1,0 0-1,-8-3 1,11 5-98,-1-1 0,1 1 0,0 0 0,-1 0 0,1 0 0,-1 1 0,1-1 0,-1 1 0,1 0 0,-1 0 0,1 0 0,-1 0 0,1 0 0,-1 1 0,1 0 0,-1 0 0,1 0 0,-1 0 0,1 0 0,0 1 0,0-1 0,0 1 0,0 0 0,0 0 0,0 0 0,0 0 0,0 1 0,1-1 0,-1 1 0,1-1 0,0 1 0,0 0 0,0 0 0,-2 4 0,1-1-859,0 1-1,1 0 1,0 0-1,0 0 0,-1 11 1,1 39-10586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2:59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21386,'0'0'5923,"-12"44"-5907,-1 16 0,-6 9 16,-5 2 0,1-8-32,6-13 0,7-14-145,10-16-543,0-10-736,12-12-4371,5-22-3890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0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135 235 15399,'0'0'4378,"5"-18"-2206,18-59-435,-20 71-1611,0 0 0,1 0 0,0 0 0,0 0 0,0 0 1,1 1-1,-1 0 0,1 0 0,1 0 0,-1 0 0,1 1 1,-1 0-1,1 0 0,1 1 0,-1 0 0,0 0 0,1 0 1,8-2-1,-5 1-98,17-6-12,1 1 0,1 1 0,-1 2 0,1 1 0,0 1 0,0 1 0,39 2 0,-60 1-28,1 0 1,-1 1 0,0 0 0,1 0 0,-1 1-1,8 2 1,-13-3-2,0 0 1,-1 0-1,1 1 0,-1-1 1,0 0-1,1 1 0,-1 0 1,0 0-1,0-1 0,0 1 1,0 1-1,0-1 0,0 0 1,-1 0-1,1 1 0,-1-1 1,0 1-1,1-1 0,-1 1 1,0-1-1,1 5 0,-1-1-16,-1-1 1,1 0-1,-1 1 0,0-1 0,0 0 0,0 1 1,-1-1-1,0 0 0,0 1 0,0-1 0,0 0 1,-1 0-1,0 0 0,0 0 0,-1 0 0,1-1 1,-1 1-1,0-1 0,0 1 0,-1-1 0,-4 5 1,-5 4-35,-1 0 0,-1-1 0,0-1 1,-30 18-1,0-4 55,0-1-1,-2-3 1,-1-2 0,0-2-1,-1-2 1,-1-2 0,-98 12-1,112-24 556,36-2-489,0 0 0,0 1-1,0-1 1,0 1-1,0-1 1,-1 0 0,1 1-1,0-1 1,0 0-1,1 1 1,-1-1 0,0 1-1,0-1 1,0 0-1,0 1 1,0-1 0,1 1-1,-1-1 1,0 0-1,1 1 1,-1-1 0,5-5-29,1 0 1,-1 1 0,1 0 0,-1 0 0,1 1-1,1 0 1,-1 0 0,1 0 0,-1 1-1,1 0 1,0 0 0,0 0 0,0 1 0,1 0-1,-1 1 1,0 0 0,14-1 0,-18 3-30,1-1 0,0 1 0,0 0-1,0 0 1,-1 1 0,1-1 0,-1 1 0,1 0 0,-1 0 0,0 0 0,0 0 0,1 1 0,-1-1-1,-1 1 1,1 0 0,0-1 0,2 5 0,9 12-2,21 34 0,-17-25 5,-17-27-5,20 32 58,1-2-1,1 0 1,2-2 0,30 28-1,-48-50-17,1-1 0,1 1 0,-1-2 0,1 1 0,0-1 0,0 0 0,0-1 0,1 0 0,0 0-1,-1-1 1,1 0 0,0-1 0,1 0 0,-1-1 0,0 0 0,1-1 0,-1 0 0,0 0 0,0-1 0,14-3 0,-18 3-48,-1-1 1,1 0-1,-1-1 1,0 1-1,0-1 1,0 0-1,0 0 1,-1-1 0,1 1-1,-1-1 1,0 0-1,6-7 1,5-8-878,21-35-1,-20 28-621,16-22-3563,2 5-5245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0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0 12406,'0'0'15137,"0"8"-14937,-1 5-168,-1-1-1,0 1 0,0 0 1,-1-1-1,-1 0 0,-6 14 1,-39 80 113,31-68-96,-116 224 108,126-249-3197,11-33-3656,-1 9 4960,8-33-13713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17928,'0'0'7492,"126"73"-7092,-84-36-400,-9-2-288,-8-7-3682,-11-11-9973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1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12582,'0'0'10455,"0"10"-8891,-4 39-1185,-1 1 1,-3-1 0,-2 0-1,-21 61 1,-3 15 80,30-106-410,0 0 0,1 0 0,0 33 0,3-52-49,0 1-1,0 0 1,0 0-1,0-1 1,0 1-1,0 0 1,0 0-1,1-1 1,-1 1-1,0 0 1,0-1-1,0 1 1,1 0-1,-1-1 1,0 1-1,1 0 1,-1-1-1,1 1 1,-1-1-1,1 1 1,-1-1-1,1 1 1,-1-1-1,1 1 1,-1-1-1,1 1 1,0-1-1,-1 1 1,1-1-1,0 0 1,-1 0-1,2 1 1,0-1-38,1 0 1,-1 0-1,1 0 1,-1 0 0,0 0-1,1-1 1,-1 1-1,0-1 1,1 0 0,2-1-1,4-2-363,0 0 1,-1 0-1,0-1 0,12-9 1,16-22-3422,-2-5-3209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1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19129,'0'0'7881,"32"-7"-7278,370-66 128,-278 54-657,144-19-12,-267 38-56,11-1-34,-15 2-167,-16 12-525,18-11 329,0 0-1,-1 1 0,1-1 0,1 0 0,-1 0 1,0 1-1,0-1 0,1 1 0,-1-1 1,1 1-1,0-1 0,0 5 0,0 11-6387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2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8724,'0'0'15436,"-4"14"-15166,-31 131 595,27-106-722,2 0 0,-1 51 0,7-88-130,0 1 0,0 0 0,1-1 0,-1 1 0,1-1 0,0 1 1,-1 0-1,1-1 0,0 0 0,1 1 0,-1-1 0,0 0 0,1 1 0,-1-1 0,1 0 0,0 0 1,-1 0-1,1 0 0,0-1 0,0 1 0,0 0 0,1-1 0,-1 0 0,0 1 0,1-1 1,-1 0-1,0 0 0,1 0 0,0 0 0,-1-1 0,1 1 0,3 0 0,8 0 72,-1 0-1,0 0 1,0-1-1,0 0 0,19-4 1,-22 2-103,1 0 0,-1-1 1,0-1-1,0 1 0,0-2 0,-1 1 0,1-1 1,-1-1-1,0 1 0,-1-2 0,1 1 1,-1-1-1,8-10 0,-10 11-539,0-1 0,-1 0 0,0 0 0,0 0 0,-1 0 0,0-1 0,0 0 0,-1 0 0,0 0 0,3-12 0,0-25-6892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2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15047,'0'0'9012,"6"-95"-7988,27 78-543,8 6-417,7 9-64,-2 2-160,-9 9-929,-12 18-1840,-17 0-2914,-8 3-3857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16920,'0'0'10421,"71"0"-10277,-11-12-144,8 1 0,7 2-337,1-4-767,-3 4-961,-7-5-1056,-12 0-3218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3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11 16343,'0'0'10192,"4"-11"-9336,-2 18-841,0-1 0,-1 1 1,0 0-1,0-1 0,0 1 0,-1 7 0,0-14-14,1 27 13,-1 0 1,-2 0-1,-1 0 0,0-1 1,-2 1-1,-2-1 0,-9 26 1,5-20-14,3-14 5,1 1 1,1 0-1,1 0 0,1 0 0,0 1 1,0 22-1,4-40-1,0-1-1,0 1 1,0-1-1,0 1 1,0-1-1,1 1 1,-1-1-1,0 1 1,1-1 0,0 1-1,-1-1 1,1 1-1,0-1 1,0 0-1,-1 1 1,1-1-1,0 0 1,0 0 0,1 0-1,-1 0 1,0 0-1,0 0 1,0 0-1,1 0 1,-1 0-1,0 0 1,1-1 0,-1 1-1,1-1 1,-1 1-1,3 0 1,4 0 17,1 0 1,-1 0-1,0-1 1,17-1-1,-14 1-13,1-1-71,0-1 1,-1 0 0,1-1-1,-1 0 1,1-1 0,-1 0-1,0-1 1,11-7 0,83-54-5114,-88 53 3218,20-13-5337,-6 3-5205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3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16087,'0'0'10392,"0"-4"-9827,1-12-401,2 34-58,1 41-31,-3-33-60,-1 0 0,-1 0 0,-2 0 1,-1 0-1,0 0 0,-13 38 0,8-42-14,5-11 17,0-1 0,0 1 0,1 0 1,1 0-1,0 0 0,-2 19 0,5-28-17,-1-1 0,0 1-1,0-1 1,0 1-1,1-1 1,-1 1 0,1-1-1,-1 0 1,1 1 0,0-1-1,-1 0 1,1 1 0,0-1-1,0 0 1,0 0-1,0 0 1,0 1 0,0-1-1,0 0 1,0 0 0,1-1-1,-1 1 1,0 0-1,1 0 1,-1-1 0,0 1-1,1 0 1,-1-1 0,1 0-1,1 1 1,6 1 6,0 0 0,1-1-1,17 0 1,-17-1 0,22 1 35,-1-2 1,0-1-1,54-10 1,-73 9-414,0 0 1,0 0-1,-1-1 1,1-1-1,-1 0 0,0 0 1,-1-1-1,1-1 1,-1 0-1,0 0 0,-1-1 1,15-15-1,-8-3-6384,-11 0-9135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3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19977,'0'0'4442,"0"16"-4239,-2 355 816,1-370-1058,1 0 1,0 0-1,0 0 1,0 0-1,0 0 0,0 0 1,0 0-1,1 0 0,-1 0 1,0 0-1,0 0 1,1-1-1,-1 1 0,0 0 1,1 0-1,-1 0 1,1 0-1,0 0 0,-1 0 1,1-1-1,-1 1 0,1 0 1,0-1-1,1 2 1,23 0-4184,-19-2 3297,18-2-6422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4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95 106 14711,'0'0'8049,"-3"9"-7841,-3 3-121,-24 57 213,26-61-283,0-1 0,-1 0 1,0 0-1,0 0 0,0 0 1,-1-1-1,-7 7 0,13-13-10,-1 0-1,1 1 1,0-1 0,0 0-1,0 0 1,0 0-1,-1 0 1,1 0-1,0 0 1,0 0-1,0 0 1,0 0-1,-1 0 1,1 0-1,0 0 1,0 0-1,0 0 1,0 0 0,-1 0-1,1 0 1,0 0-1,0 0 1,0 0-1,0-1 1,0 1-1,-1 0 1,1 0-1,0 0 1,0 0-1,0 0 1,0 0-1,0 0 1,-1-1 0,1 1-1,0 0 1,0 0-1,0 0 1,0 0-1,0 0 1,0-1-1,0 1 1,0 0-1,0 0 1,0 0-1,0 0 1,0-1-1,0 1 1,0 0 0,0 0-1,0 0 1,0-1-1,-3-16 100,4-21-85,1 23 29,0 0 0,2 0 0,-1 0 0,2 0-1,0 1 1,9-18 0,-12 27 12,0 0 0,1 0-1,0 0 1,0 1 0,0-1 0,0 1-1,1 0 1,0 0 0,0 0 0,0 0 0,0 0-1,1 1 1,-1 0 0,1 0 0,0 0-1,0 1 1,0 0 0,0-1 0,0 2 0,9-3-1,-3 3-28,0 1-1,0 0 0,0 1 0,-1 0 0,1 1 0,0 0 0,0 1 0,-1 0 1,0 1-1,1 0 0,-1 0 0,-1 1 0,1 0 0,12 10 0,12 10-13,-1 2 0,43 44 0,-18-16 0,-55-51-22,0-1 1,1-1-1,0 1 1,0 0-1,0-1 1,0 0-1,6 3 1,-8-5-107,-1 0 0,0 1 0,0-1 0,0 0 0,0 0 0,1 0 0,-1 0 0,0 0 0,0 0 0,0 0 0,0 0 0,1-1 0,-1 1 0,1-1 1,-1 1-186,0-1 0,0 0 0,0 1 0,0-1 0,0 0 0,0 0 0,0 0 0,0 1 0,0-1 0,-1 0 0,1 0 1,0 0-1,-1-1 0,1 1 0,-1 0 0,1-1 0,8-27-9278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4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11445,'0'0'12996,"0"15"-12484,-12 523 1411,10-524-1971,1 21 194,1-34-173,0-1 0,0 1 0,0 0 0,0 0 0,0 0 0,0-1 0,1 1 1,-1 0-1,0-1 0,0 1 0,1 0 0,-1 0 0,0-1 0,1 1 0,-1-1 1,1 1-1,-1 0 0,1-1 0,-1 1 0,1-1 0,0 1 0,-1-1 1,1 1-1,0-1 0,-1 0 0,1 1 0,0-1 0,-1 0 0,1 1 0,0-1 1,0 0-1,-1 0 0,2 0 0,10 1-1036,0-1 0,0 0 0,0-1 0,13-3 0,26-14-4459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4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52 15319,'0'0'4693,"-14"-11"-4392,4 3-261,1 1-1,-1 0 0,-20-10 1,29 17-35,-1 0 1,1-1 0,0 1-1,0 0 1,-1 0 0,1 0-1,0 0 1,-1 0 0,1 0-1,0 0 1,0 1 0,-1-1-1,1 0 1,0 1 0,0-1 0,0 1-1,-1-1 1,1 1 0,0 0-1,0-1 1,0 1 0,0 0-1,0 0 1,0 0 0,0 0-1,-1 1 1,-19 32 239,14-22-118,-2 3 30,-159 279 2026,158-275-2033,2 1 0,-10 31 0,16-42-74,0-1 0,0 1 0,1 0 0,0 0 0,0 0 0,1 0 0,1 0 0,1 13 0,-1-19-60,0-1 0,0 0 1,1 0-1,-1 0 0,0 0 1,1 0-1,-1 0 0,1 0 1,0 0-1,0-1 0,0 1 0,0 0 1,0-1-1,0 0 0,0 1 1,0-1-1,0 0 0,1 0 0,-1-1 1,0 1-1,1 0 0,-1-1 1,1 1-1,-1-1 0,1 0 1,-1 0-1,3 0 0,3 1 5,-1-1-1,0 0 0,0 0 1,1-1-1,-1 0 1,0 0-1,0-1 1,10-3-1,-9 0-11,0 0 0,0-1 0,-1 0-1,0 0 1,0-1 0,-1 0 0,1 0 0,-2 0 0,1-1-1,-1 0 1,8-14 0,27-36 2212,-39 111-359,-23 97-1818,12-92 497,-6 117 0,16-174-413,0-3-151,4-9-1711,4 2-4393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7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15463,'0'0'4383,"-1"18"-3865,3 247 1639,-11 233 811,0-391-2507,-18 313 956,30-404-1701,4-29-1118,7-34-4148,-13 44 4740,9-37-8650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8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5617 241 9764,'0'0'7591,"-3"0"-6580,-228 3 3174,126-4-3501,36 1-460,-606-17 368,-651-60-36,632 41-360,-1472-36 2155,2085 72-2181,-162-7 287,220 4-282,34 2-63,34-1-103,13 2-204,-57 0 99,-4 0-88,-7 1-67,7-1-63,0 0 0,-1 1 0,1-1 1,-1 0-1,1-1 0,0 1 0,-1-1 1,1 1-1,0-1 0,-1 0 0,1 0 1,-5-3-1,-6-17-5126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1 704,'0'0'21656,"0"9"-21278,-17 229 1422,-1-25-873,15 228 754,4-288-1089,-2-134-472,1-3 61,0-1 1,0 1-1,2-1 1,0 1-1,0-1 1,7 20-1,-9-35-157,0 1-1,0-1 1,0 0 0,0 1-1,1-1 1,-1 1 0,0-1-1,0 1 1,1-1-1,-1 0 1,0 1 0,1-1-1,-1 0 1,0 1 0,1-1-1,-1 0 1,0 0 0,1 1-1,-1-1 1,1 0-1,-1 0 1,1 0 0,-1 1-1,0-1 1,1 0 0,-1 0-1,1 0 1,-1 0 0,1 0-1,-1 0 1,1 0 0,-1 0-1,1 0 1,-1 0-1,0 0 1,1 0 0,-1 0-1,1-1 1,-1 1 0,1 0-1,-1 0 1,1 0 0,-1-1-1,0 1 1,1 0 0,-1-1-1,0 1 1,1 0-1,-1 0 1,0-1 0,1 1-1,-1-1 1,0 1 0,0 0-1,1-1 1,-1 1 0,0-1-1,0 0 1,19-26-2211,-17 24 1626,7-13-3211,1 0-3183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09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17464,'0'0'8756,"18"9"-8110,-17-9-641,21 11 203,0 1 1,0 0-1,-1 2 1,-1 1 0,21 19-1,19 29 176,-41-41-284,1 0 0,1-1 0,1-2 0,48 33-1,-65-48-65,1-2 1,-1 1-1,1-1 0,0 1 0,0-2 0,0 1 0,0-1 0,0 0 1,0 0-1,0 0 0,1-1 0,-1 0 0,0 0 0,0-1 0,0 0 1,0 0-1,1 0 0,-1-1 0,-1 1 0,1-2 0,0 1 0,0-1 1,-1 1-1,7-6 0,8-6 257,0-2-1,-1 0 1,-1-1 0,27-31-1,-42 44-262,313-396 1399,-313 395-1407,-3 4-31,0 0 1,1 0-1,-1 0 0,1 0 0,-1 1 0,1-1 1,0 0-1,-1 0 0,1 0 0,0 0 1,-1 1-1,1-1 0,0 0 0,2 0 1,-1 7-4217,-2 11 2645,0-15 726,0 25-6875,0 4-10195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3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56 304 9556,'0'0'10114,"-9"0"-9399,-36 0 465,45 0-796,0 1-365,0-1 1,0 0-1,0 0 1,1 0 0,-1 0-1,0 0 1,0 0-1,0 0 1,0 0-1,0 0 1,0 0 0,0 0-1,0 0 1,0 0-1,1 1 1,-1-1 0,0 0-1,0 0 1,0 0-1,0 0 1,0 0-1,0 0 1,0 0 0,0 1-1,0-1 1,0 0-1,0 0 1,0 0-1,0 0 1,0 0 0,0 0-1,0 1 1,0-1-1,0 0 1,0 0 0,0 0-1,0 0 1,0 0-1,0 0 1,0 0-1,0 1 1,0-1 0,0 0-1,0 0 1,-1 0-1,1 0 1,0 0-1,0 0 1,0 0 0,0 0-1,0 1 1,0-1-1,0 0 1,0 0-1,0 0 1,-1 0 0,1 0-1,0 0 1,0 0-1,0 0 1,0 0 0,0 0-1,0 0 1,-1 0-1,1 0 1,0 0-1,0 0 1,27 8 45,0-2 0,0-1 0,50 3 0,91-6-35,-99-3 3,694-35 151,-524 13-163,824-74 47,2 34-45,-323 45 176,344-13 402,-982 26-241,120-3 948,-223 8-1191,-1-2-94,-1 1 1,0 0-1,1-1 0,-1 1 1,0 0-1,0 0 0,0 0 1,0-1-1,0 1 0,0 0 1,-1 0-1,1 1 0,0-1 1,0 0-1,-1 0 0,1 1 1,0-1-1,-1 1 0,-2-2 1,-37-12-1002,29 10 72,-12-6-2722,9 3-2508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4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15767,'0'0'4746,"-1"23"-3940,-2 300 1841,-20 225 164,0 3-447,27-526-2004,-4-25-352,0 1-1,0-1 1,0 0 0,0 0-1,0 1 1,1-1 0,-1 0-1,0 0 1,0 0 0,0 1-1,1-1 1,-1 0 0,0 0-1,0 0 1,0 0 0,1 1-1,-1-1 1,0 0 0,0 0-1,1 0 1,-1 0 0,0 0-1,1 0 1,-1 0 0,0 0-1,0 0 1,1 0 0,-1 0-1,0 0 1,1 0 0,-1 0-1,0 0 1,0 0 0,1 0-1,-1 0 1,0 0 0,1-1-1,2-1-32,1-1 0,-1 0 0,0 0 0,0 0 0,0 0-1,4-7 1,1 1-359,57-60-3451,-33 37-134,4-8-3212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4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19241,'0'0'2796,"2"21"-2268,-1-13-427,-1 4 32,1-1 1,0 1-1,1 0 0,1 0 0,0-1 0,0 1 0,1-1 1,1 0-1,0 0 0,0 0 0,13 17 0,-8-16-30,1 0 0,1 0 0,0-1 0,0 0 0,1-1-1,1-1 1,0 0 0,0-1 0,0 0 0,1-2 0,0 1-1,1-2 1,-1 0 0,24 4 0,-20-5-29,1-2 1,0 0 0,0-2 0,0 0-1,0-1 1,0-1 0,0-1-1,0 0 1,0-2 0,-1 0-1,29-12 1,-13 1 152,0-1-1,-1-2 1,61-46 0,-81 55-139,0-2 0,-1 0 0,-1 0 0,0-1 0,0-1 0,-1 0 0,-1 0 0,0-1 0,-1 0 0,13-33 0,-20 42-124,0 0-1,0-1 1,-1 1 0,0 0-1,1-9 1,-2 14-847,-5 14-6710,-11 6-2671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5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14407,'0'0'8198,"-2"8"-8049,-7 21 64,2 0 0,1 1 0,-4 58 0,7 100 774,3-130-731,0-50-203,0 0 1,1 0-1,0 0 1,2 12-1,-3-19-59,1 0 1,-1 0-1,0 0 0,1 0 1,-1 0-1,0 0 0,1 0 1,-1 0-1,1 1 0,0-2 1,-1 1-1,1 0 0,0 0 1,0 0-1,-1 0 0,1 0 1,0-1-1,0 1 0,0 0 1,0-1-1,0 1 0,0 0 1,0-1-1,0 1 0,0-1 1,0 0-1,0 1 0,1-1 1,-1 0-1,0 0 0,0 0 1,0 0-1,0 0 0,0 0 1,1 0-1,-1 0 0,0 0 1,0 0-1,0-1 0,0 1 1,1-1-1,1 0-282,0-1 0,0 0 1,0 0-1,-1 0 0,1 0 0,-1 0 0,0 0 0,1-1 1,-1 1-1,0-1 0,0 0 0,-1 0 0,1 1 1,1-5-1,0 2-525,22-40-7106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5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16359,'0'0'4779,"-6"16"-3915,3-10-799,1 0-6,0 0 0,-1 0 0,2 0-1,-1 0 1,1 0 0,-1 13 0,2-15-34,0 0 1,1-1-1,-1 1 1,1 0-1,0-1 1,0 1 0,1 0-1,-1-1 1,1 1-1,0-1 1,-1 0-1,1 0 1,1 0-1,-1 0 1,0 0-1,1 0 1,5 4 0,31 25 147,2-1 1,77 43 0,-68-45-164,79 60 0,-121-82-11,0 1-1,0 0 1,0 0 0,-1 1 0,-1 0-1,1 0 1,-1 1 0,-1-1-1,7 17 1,-9-19 11,-1 0-1,0 0 0,0 0 1,-1 0-1,0 1 1,0-1-1,-1 0 1,0 1-1,0-1 1,0 1-1,-1-1 1,-1 0-1,1 0 1,-1 1-1,-4 10 1,0-6 117,-1 0 0,0-1 0,0 0 0,-1 0 1,-1-1-1,0 0 0,0 0 0,-1-1 0,-11 8 0,-16 11 624,-53 30-1,27-22-122,-1-3 0,-1-4 1,-83 27-1,138-53-599,112-43-5949,-27 1-1934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6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30 22426,'0'0'4173,"-1"20"-4066,0 9-89,2 144 86,0-168-105,0 0 0,0 0 0,0 0 0,1 0-1,0 0 1,0 0 0,0-1 0,0 1 0,1-1-1,0 1 1,0-1 0,0 0 0,0 0 0,4 4 0,-5-7-4,0 1 1,-1-1 0,1 0 0,0 1-1,0-1 1,0 0 0,0 0 0,0 0-1,0 0 1,0-1 0,0 1 0,0-1-1,0 1 1,0-1 0,1 1 0,-1-1-1,0 0 1,0 0 0,0 0 0,1-1-1,-1 1 1,0 0 0,0-1 0,0 1-1,0-1 1,0 0 0,0 0 0,0 0-1,0 0 1,0 0 0,0 0 0,0 0-1,-1-1 1,1 1 0,2-3 0,-1 0 12,1 0 0,-1-1 0,0 1 1,0-1-1,-1 0 0,1 0 1,-1 0-1,0 0 0,0 0 1,-1-1-1,1 1 0,-1 0 1,-1-1-1,1-9 0,0-6 34,-1 0 0,-3-32 0,2 47-36,0-1-1,-1 1 1,1-1-1,-1 1 1,0 0-1,-1 0 1,1 0-1,-1 0 1,-1 0-1,1 0 1,-1 1-1,0 0 0,0 0 1,0 0-1,-1 0 1,0 0-1,0 1 1,-7-5-1,5 4-136,-1 1 0,1 0 0,-1 1 0,-1-1 0,1 2 0,0-1 0,-1 1-1,1 0 1,-1 1 0,0 0 0,1 0 0,-1 1 0,-11 1 0,15-1-181,1 0-1,-1 1 1,0 0 0,0 0-1,0 0 1,1 1 0,-1 0 0,-4 2-1,7-3-61,0 0 0,1 0-1,-1 0 1,1 1 0,-1-1-1,1 1 1,-1-1-1,1 1 1,0-1 0,0 1-1,0 0 1,0 0 0,-1 2-1,-3 25-11695,5-27 11497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6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20313,'0'0'1665,"-15"136"-1169,1-73-176,-3 1 33,5-6-129,-1-14-112,7-10-48,2-15-64,4-10 0,19-13-1953,10-26-720,-5-11-4707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6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15847,'0'0'5592,"18"-6"-4946,1 0-548,-4 0-41,0 1-1,0 1 1,1 0-1,-1 1 1,30-1-1,-37 3-46,-1 1-1,1 0 0,0 1 0,-1 0 1,1 0-1,-1 0 0,1 1 0,-1 0 1,1 1-1,7 3 0,-10-3-10,-1 0 0,1 0 0,-1 0-1,0 1 1,0 0 0,0 0 0,-1 0 0,1 0-1,-1 0 1,0 1 0,0-1 0,-1 1 0,1 0-1,-1 0 1,3 8 0,1 12-2,-1 0 0,-1 0 0,-1 1 0,-1-1 0,-1 1 0,-2 0 0,-5 39 0,5-52 49,-1 0 0,-1 0 1,0 0-1,-1 0 0,0-1 0,-1 1 1,0-1-1,-9 14 0,11-35 738,3-13-615,5-12-144,3-1-1,0 1 1,26-62 0,-24 68-28,-3 9-1,1 1 0,0-1 0,2 2 0,0-1 1,0 1-1,2 1 0,0 0 0,25-25 0,-29 33 13,0 1-1,1 1 0,0-1 0,0 1 1,1 1-1,-1 0 0,1 0 1,1 1-1,-1 0 0,0 1 0,1 0 1,-1 1-1,1 0 0,0 0 1,0 1-1,0 1 0,18 1 0,-26-1 0,0 1 0,0-1-1,0 1 1,-1 0-1,1 0 1,0 0-1,-1 0 1,1 1-1,-1-1 1,1 1 0,-1 0-1,1-1 1,-1 1-1,0 0 1,0 0-1,0 1 1,0-1 0,-1 0-1,1 1 1,0-1-1,-1 1 1,0-1-1,1 1 1,-1-1-1,0 1 1,-1 0 0,2 5-1,1 8 53,0-1-1,-1 1 1,-1 30 0,-1-40-20,1 44 402,-3 1-1,-2-1 1,-19 90-1,13-107-275,7-24-133,0 0-1,0 0 1,1 1 0,1 0 0,-1-1-1,1 13 1,2-25-353,-1 0 1,1 0-1,0 0 0,0 0 0,1 0 0,-1 1 0,1-1 1,-1 0-1,1 1 0,3-5 0,5-7-2277,11-27-7295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7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64 174 18857,'0'0'5338,"-1"17"-5247,0-4-75,-6 62 293,-18 91 1,-4-56-102,34-171-219,10-2-523,3 1-1,46-108 1,-56 153 582,1 1 0,0 0 1,2 0-1,0 1 0,0 0 1,2 1-1,0 1 0,16-15 0,-22 23 80,-1 0-1,1 0 0,0 0 0,1 1 0,-1 0 1,1 0-1,-1 1 0,1 0 0,0 0 0,1 1 0,-1 0 1,0 1-1,1 0 0,-1 0 0,0 0 0,1 1 0,-1 1 1,1-1-1,-1 1 0,11 3 0,-14-2-92,-1 0 0,1 0 0,-1 1 0,1 0-1,-1-1 1,0 2 0,0-1 0,0 0 0,0 1 0,-1 0-1,1-1 1,-1 2 0,0-1 0,0 0 0,-1 0 0,1 1-1,-1 0 1,3 8 0,1 3 44,-1 1 0,-1-1 0,0 1 0,2 25 0,-1 5 16,-3 0 0,-5 60 0,1-84-56,-1 0 1,-1 0-1,-1-1 0,-1 1 0,-1-1 1,-17 36-1,20-84-2886,9-8-2296,6-5-4507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7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7155,'0'0'20009,"75"-11"-19913,-7-2-80,3-2-16,-5 0-272,-6 2-576,-10 2-785,-17 2-1984,-14-1-7509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19513,'0'0'4559,"-4"19"-4142,-37 230 1466,26 57-866,15-306-1027,0 0 1,0 1 0,0-1 0,0 1-1,1-1 1,-1 0 0,0 1 0,0-1 0,0 0-1,0 1 1,0-1 0,1 0 0,-1 1-1,0-1 1,0 0 0,1 1 0,-1-1 0,0 0-1,1 0 1,-1 1 0,0-1 0,0 0 0,1 0-1,-1 0 1,0 0 0,1 1 0,-1-1-1,1 0 1,-1 0 0,0 0 0,1 0 0,-1 0-1,0 0 1,1 0 0,-1 0 0,1 0-1,-1 0 1,1 0 0,16-4-1619,5-14-3036,3-11-5572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8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36 19369,'0'0'2233,"0"18"-1841,0-13-368,-1 40 311,-1-1 1,-17 87-1,14-113-316,2-13-7,2 1-1,-1 0 1,1 0-1,0 0 0,-1 8 1,-9-37 415,4-1-418,2-1 0,0 0 0,2 0 0,0-1 1,2 1-1,2-32 0,-1 53 2,1 0 1,0 1-1,-1-1 1,1 0-1,1 0 1,-1 1-1,0-1 1,1 1-1,0-1 1,0 1-1,0-1 1,0 1-1,0 0 1,1 0-1,3-3 1,-1 2 84,0 0 1,0 0 0,1 0-1,-1 1 1,1 0 0,0 0-1,0 0 1,8-1 0,5-1 183,1 0 1,0 2 0,-1 0-1,40 1 1,-46 1-254,0 2 0,0-1 0,0 1 1,0 1-1,-1 1 0,1-1 0,0 2 0,-1 0 0,0 0 0,0 1 1,0 1-1,-1 0 0,1 1 0,-1 0 0,-1 0 0,13 12 0,1 4-19,-2 2-1,0 0 1,18 29-1,-22-29-159,-15-21-37,8 8-741,-1-9-2473,-1-3-2739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8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23275,'0'0'5298,"-9"119"-4962,9-26 64,0 16-224,0 4-127,0 5-17,-20-6-32,-7-16-129,0-19-463,4-29-368,15-27-1617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19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10 287 5090,'0'0'16667,"-7"0"-15131,5 0-907,7 0 3187,83-4-3498,0-4-1,105-23 1,-119 18-271,191-34 128,368-59-262,1 42 2104,-551 61-736,-81 3-1202,-1 0-69,-1 0 0,0 0 0,0 0 0,1 0 0,-1 0 1,0 0-1,0 0 0,0-1 0,1 1 0,-1 0 0,0 0 0,0 0 1,1 0-1,-1 0 0,0 0 0,0 0 0,0-1 0,0 1 1,1 0-1,-1 0 0,0 0 0,0 0 0,0-1 0,0 1 0,0 0 1,1 0-1,-1 0 0,0-1 0,0 1 0,0 0 0,0 0 0,0-1 1,0 1-1,0 0 0,0 0 0,0-1 0,0 1 0,0 0 0,0 0 1,0 0-1,0-1 0,0 1 0,0 0 0,0 0 0,0-1 0,0 1 1,-1 0-1,1 0 0,0 0 0,0-1 0,0 1 0,0 0 0,0-1-12,0 0-316,-3 2-1529,0-1 1166,0 1 0,1 0-1,-1 0 1,1 1 0,-1-1 0,1 0-1,-5 4 1,-5 2-1938,-15 3-5286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3:20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9 217 17848,'0'0'9839,"-8"0"-8502,545-22 864,-6-61-1264,-50 6-332,-489 73-3443,7 3 2433,0 1 0,1-1 0,-1 0 0,1 0-1,-1 1 1,1-1 0,-1 0 0,1 0 0,0 0 0,-1 1 0,1-1 0,0 0 0,-1 0-1,1 0 1,0 0 0,0 0 0,0-1 0,0-12-11635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25.9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16728,'0'0'1120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0.5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3 600 2065,'0'0'8228,"-3"0"-7700,8 0-411,279-9 1172,267-8-1229,-156 11-53,493-48 96,-241 13-134,3842-318 436,-3688 281-441,-3 44 51,-794 34-16,147-1-39,247 30 1,-355-24-324,-41-6-1144,-4-2-1097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1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58 6435,'0'0'6910,"-5"-12"-5998,-16-34-466,17 58-211,4 14-243,10 78 144,4 87 306,-10 660 2231,-6-455-2195,2-254-78,0-142-404,0 0 1,0 0-1,0 1 0,0-1 0,1 0 0,-1 0 0,0 0 0,0 1 0,1-1 0,-1 0 1,0 0-1,0 0 0,1 0 0,-1 1 0,0-1 0,1 0 0,-1 0 0,0 0 0,0 0 1,1 0-1,-1 0 0,0 0 0,1 0 0,-1 0 0,0 0 0,1 0 0,-1 0 0,0 0 1,0 0-1,1 0 0,-1 0 0,0-1 0,1 1 0,-1 0 0,0 0 0,0 0 0,1 0 0,-1 0 1,0-1-1,0 1 0,1 0 0,-1 0 0,0-1 0,0 1 0,0 0 0,1-1 0,14-10-949,5-18-3102,-1-13-4915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2.2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0 541 9108,'0'0'1454,"15"0"-1422,476-18 32,988-87 1065,-1034 71-987,1638-110 4,-732 63-73,1182-47-42,-2452 126-21,868-5-9,-923 9 20,-34-1-177,0 0-466,-1-2 1,1 1 0,0-1-1,-10-2 1,-30-17-6310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2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8852,'-3'16'451,"-11"69"1720,-6 124 0,13 105 756,7-271-2665,-1 47 382,3 401 1103,3-424-1676,2-1 0,3 1 0,4-2 0,2 0 1,41 106-1,-52-149-195,5 13-7,-10-34-116,0 0 1,1 0-1,-1 0 1,0 0-1,1-1 1,-1 1-1,1 0 1,-1 0-1,1-1 1,-1 1-1,1 0 1,0 0 0,-1-1-1,1 1 1,0-1-1,-1 1 1,1 0-1,0-1 1,0 0-1,0 1 1,-1-1-1,1 1 1,0-1-1,0 0 1,0 0-1,2 1 1,16-3-6397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3.7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15972 0 4258,'0'0'5848,"9"7"-5587,330 203 769,20-16-772,172 102 109,556 443 2282,-505-279-2379,-471-357-275,-5 4 0,176 232 1,-216-245 21,-5 3 1,90 194-1,-120-216-18,-3 1 0,-3 1 1,-4 1-1,21 152 0,-32-143 4,-5 1 0,-3 0 0,-5-1 0,-3 1 0,-4-1 0,-3 0 0,-5-2 0,-40 121 0,18-104 45,-5-2 0,-3-2 0,-5-3 0,-74 102 0,24-60 603,-231 239 0,183-234-253,-6-7 1,-6-7-1,-5-7 1,-195 105-1,15-40-208,-445 170-1,-181-19-288,-28-80-414,-14-57-65,-5-31 285,-66-3 239,-1017 169 1119,-1322 344 227,28 96-1247,2851-645-67,62-18 20,63-20 12,66-25-20,164-35-157,0-9 1,-248-2 0,434-21 130,-5 1-90,0-1 1,1 0-1,-1-1 1,1 0-1,-1-1 1,1 0-1,-1-1 1,1 0-1,-19-8 1,27 10-98,0 0 1,1 0 0,-1-1 0,0 1 0,0-1 0,1 1 0,-1-1 0,0 1 0,1-1 0,0 0-1,-2-3 1,-3-20-6034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4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571 0 1393,'0'0'16703,"-15"14"-16455,-17 15-215,1 1 0,-37 49 0,51-57-3,-156 196 22,139-180 211,-2-1 0,-1-1 0,-58 41 0,68-63 246,21-11 53,19-7-403,-3 1-166,0 0 0,1 1 0,-1 1 0,0-1-1,1 2 1,-1-1 0,1 2 0,-1-1 0,1 1 0,-1 1 0,1 0 0,-1 1 0,0-1 0,0 2 0,18 8 0,9 7 15,-2 2 1,60 45 0,-35-23-2,-34-25-7,165 103-8,-167-108 6,0-1 0,1-2 0,1 0 0,-1-1 0,2-2 0,31 5 0,-49-10-105,0-1 0,0 0-1,0-1 1,0 0 0,0 0-1,0-1 1,0 0 0,0-1-1,0 0 1,0 0 0,0-1-1,-1 0 1,0 0 0,1-1-1,-1 0 1,14-10 0,-8 1-961,-1 0 0,0-1 0,11-16 0,-23 29 1026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5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79 560,'0'0'15885,"-5"-13"-14391,-15-39-358,14 39 348,7 21-1455,0 0 1,1 0-1,-1 0 1,1 0-1,1 0 1,6 15-1,4 11-49,9 54-687,-4 0 0,11 144-1,-9-59-350,-7-99-3714,-12-70 383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6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37 521 6979,'0'0'5963,"-6"-20"-4752,-18-68-560,22 74-572,0 0 1,0 0-1,2 0 1,-1-1-1,2 1 0,0 0 1,1 0-1,0 0 0,1 0 1,0 0-1,2 0 1,-1 1-1,11-21 0,-6 18-43,0 0 0,1 1 0,1 0 0,0 0 0,1 1 0,1 1-1,0 0 1,0 1 0,20-14 0,-24 21-41,-1 0 0,1 0 0,0 0 0,0 1 0,1 1 0,-1-1-1,1 2 1,0-1 0,0 1 0,0 1 0,13-1 0,-16 2-2,0 0 1,0 0-1,0 1 0,0 0 1,0 0-1,-1 1 0,1 0 0,0 0 1,-1 0-1,1 1 0,-1 0 1,0 0-1,0 1 0,0 0 1,-1 0-1,1 0 0,5 6 1,-3 0-1,1 0 1,-2 0 0,1 1 0,-1 0 0,-1 1-1,0-1 1,-1 1 0,0 1 0,-1-1-1,0 1 1,3 16 0,-2 9-14,-1 0 1,-1 60-1,-3-81 82,-2 0 0,1 0 0,-2-1-1,0 1 1,-1-1 0,-9 24 0,9-31-12,1 0 0,-2 0 1,1-1-1,-1 0 1,-1 1-1,1-2 1,-1 1-1,-1-1 1,1 0-1,-1 0 1,0-1-1,-16 11 1,21-16 36,-1 1 0,0-1 0,1 0 0,-1 0 0,0 0 1,0 0-1,0 0 0,0-1 0,0 1 0,-5-1 0,7 0-61,0 0 0,0 0 0,0 0 0,0 0 0,0 0 0,0 0 0,1-1 0,-1 1 0,0 0 0,0-1 0,0 1 0,0 0 0,1-1 0,-1 1 0,0-1 0,1 0 0,-1 1 0,0-1 0,1 1 1,-1-1-1,0 0 0,1 0 0,-1 1 0,1-1 0,0 0 0,-1 0 0,1 0 0,0 1 0,-1-1 0,1 0 0,0 0 0,0 0 0,-1 0 0,1 0 0,0 0 0,0 0 0,1-6-23,-1 0 1,1 0 0,0 0-1,0 1 1,1-1-1,0 1 1,0-1 0,0 1-1,1 0 1,0-1 0,0 1-1,1 1 1,0-1 0,0 1-1,0-1 1,1 1-1,-1 0 1,1 0 0,0 1-1,1 0 1,-1 0 0,1 0-1,10-5 1,-2 1-26,1 1 0,-1 1 0,1 0 0,1 1 0,-1 1-1,1 0 1,-1 1 0,1 1 0,19 0 0,-31 1 10,1 1 0,-1 0 0,1 1 0,-1-1 0,1 1 0,-1 0 0,1 0 0,-1 0 0,0 0 0,1 1 0,-1 0 0,0 0 0,0 0 0,0 1 0,0-1 0,-1 1 0,1 0 0,-1 0 0,1 0 0,-1 0 0,0 0 0,0 1 0,-1 0 0,1-1 0,-1 1 0,1 0 0,-1 0 0,-1 1 0,1-1 0,0 0 0,0 8 0,2 2 7,-1 1 0,-1 0 0,0 1 0,-1-1-1,-1 0 1,0 0 0,-1 1 0,-1-1 0,0 0 0,-1 0 0,-1 0 0,0-1-1,-7 16 1,4-14 6,0-1 1,0 0-1,-2-1 0,0 0 0,0 0 0,-1-1 0,-1 0 0,0-1 0,-1 0 0,0-1 0,-24 17 0,28-23-9,0-1-1,0 0 0,-1 0 0,1 0 0,-1-1 0,-16 3 1,21-5-122,0 0 0,0 0 0,0-1 0,-1 0 0,1 0 0,0 0 0,0 0 0,0-1 0,0 0 0,0 1 0,0-1 0,0-1 0,0 1 0,0-1 0,1 1 0,-1-1 0,-4-3 0,4 1-352,0 0-1,1 0 0,0 0 1,0 0-1,0 0 1,0 0-1,1-1 0,-1 0 1,-1-6-1,-19-58-9834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7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43 334 1425,'0'0'16567,"0"0"-16518,-1 0-1,1 0 1,-1 0-1,1 0 1,0 0-1,-1-1 1,1 1-1,0 0 1,-1 0-1,1 0 1,0-1-1,-1 1 1,1 0-1,0-1 1,-1 1-1,1 0 1,0-1 0,0 1-1,-1 0 1,1-1-1,0 1 1,0 0-1,0-1 1,0 1-1,0 0 1,-1-1-1,8 0-127,-1 1-1,0-1 1,0-1 0,0 1-1,0-1 1,0 0 0,0 0-1,0 0 1,-1-1-1,1 0 1,-1 0 0,0-1-1,0 0 1,0 1 0,0-2-1,-1 1 1,1 0 0,-1-1-1,0 0 1,-1 0-1,1 0 1,-1 0 0,0-1-1,0 1 1,-1-1 0,1 0-1,-1 0 1,0 0-1,-1 0 1,0 0 0,1-8-1,-1 6-95,0-1-1,0 1 0,-1-1 1,0 1-1,-1 0 0,-2-15 0,2 20 178,0 1 0,1 0-1,-1 0 1,-1 0 0,1 0 0,0 0-1,0 0 1,-1 0 0,1 0-1,-1 0 1,0 0 0,1 1-1,-1-1 1,0 1 0,0-1-1,0 1 1,0 0 0,0 0-1,0 0 1,-1 0 0,1 0-1,0 0 1,0 1 0,-1-1-1,1 1 1,-5-1 0,4 0 37,-1 1 0,1 0 1,0-1-1,-1 1 0,1 0 0,-1 1 1,1-1-1,-1 1 0,1-1 0,0 1 1,-1 0-1,1 0 0,0 1 1,0-1-1,0 1 0,0-1 0,0 1 1,0 0-1,0 0 0,0 0 0,-3 4 1,2 0 12,0 0 0,0 0 1,0 0-1,1 0 0,0 1 1,0-1-1,1 1 0,0 0 1,-2 9-1,-1 5 63,2-1 0,1 1-1,0 0 1,1 0 0,2-1-1,4 38 1,-4-52-110,1 0 0,-1 0 1,1 0-1,0-1 0,1 1 0,-1 0 0,1-1 0,1 0 0,-1 1 1,1-1-1,-1-1 0,1 1 0,1 0 0,-1-1 0,1 0 1,-1 0-1,1 0 0,0-1 0,1 0 0,-1 0 0,0 0 0,1 0 1,0-1-1,0 0 0,0 0 0,6 1 0,-3-2-2,1 1 1,0-1-1,0 0 0,-1-1 1,1 0-1,0-1 0,0 0 1,-1-1-1,1 0 0,-1 0 1,1-1-1,-1 0 0,0 0 1,0-1-1,15-9 0,-8 2 17,-1 0 0,-1-1 0,0 0 0,0-1 0,-1-1-1,-1 0 1,14-20 0,-19 22-6,0 1 0,0-2 1,-1 1-1,-1-1 0,0 0 0,-1 0 0,0 0 1,-1 0-1,-1-1 0,2-22 0,-4 24 31,1-2 72,0-1-1,-1 0 1,-1 1-1,-5-25 1,6 37-8,-1-1 1,1 0 0,-1 1 0,0-1 0,0 1 0,0-1 0,0 1 0,-1-1-1,1 1 1,-1 0 0,1-1 0,-1 1 0,0 0 0,0 0 0,0 1-1,0-1 1,0 0 0,0 0 0,-1 1 0,1 0 0,-1-1 0,1 1-1,-1 0 1,1 0 0,-1 0 0,1 1 0,-1-1 0,0 0 0,1 1 0,-1 0-1,-4 0 1,6 1-107,1 0 0,-1 0-1,1 1 1,-1-1-1,1 0 1,0 1 0,-1-1-1,1 1 1,0-1-1,0 0 1,0 1 0,0-1-1,0 0 1,1 3 0,-1 0-8,0 5-7,-1-1 1,2 0-1,-1 1 0,1-1 1,1 1-1,-1-1 0,2 0 0,-1 0 1,1 0-1,0 0 0,0-1 1,1 1-1,0-1 0,1 1 1,0-2-1,0 1 0,0 0 1,1-1-1,0 0 0,8 7 1,1-3-176,1 0 0,0 0 1,1-2-1,-1 0 1,2-1-1,30 8 0,26 12-451,-73-27 636,-1 0 1,1 0-1,0 0 0,0 1 1,0-1-1,0 0 1,-1 1-1,1-1 1,0 1-1,0-1 1,-1 1-1,1-1 1,0 1-1,-1-1 1,1 1-1,0-1 1,-1 1-1,1 0 1,-1 0-1,1-1 1,-1 1-1,0 0 0,1 0 1,-1-1-1,0 1 1,1 0-1,-1 0 1,0 0-1,0 0 1,0 0-1,0-1 1,1 1-1,-1 0 1,-1 0-1,1 0 1,0 0-1,0 0 1,0-1-1,0 1 1,-1 0-1,1 0 0,0 0 1,-1 0-1,1-1 1,0 1-1,-2 1 1,-1 2 34,0-1 0,0 1 0,-1-1 0,1 0 0,-1 0 1,-8 5-1,11-7-23,-26 17 139,0-1 0,-2-1 0,0-2 0,-33 12 0,62-26-213,0 0 0,1-1 1,-1 1-1,0 0 0,0 0 0,0 0 1,0 0-1,0 0 0,0 0 0,0 0 1,0 0-1,0 0 0,0 0 0,0-1 1,0 1-1,0 0 0,0 0 1,0 0-1,0 0 0,0 0 0,0 0 1,0 0-1,-1 0 0,1 0 0,0 0 1,0 0-1,0-1 0,0 1 1,0 0-1,0 0 0,0 0 0,0 0 1,0 0-1,0 0 0,0 0 0,0 0 1,0 0-1,0 0 0,0 0 0,-1 0 1,1 0-1,0 0 0,0 0 1,0 0-1,0 0 0,0 0 0,0 0 1,0 0-1,0 0 0,0 0 0,0 0 1,-1 0-1,1 0 0,0 0 0,1-3-1337,10-20-8035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8.1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18889,'0'0'1312,"25"114"-1472,17-32 160,1 15 32,1 5-32,-5 1 0,0-10 0,-10-15 0,-4-16-16,-4-18-576,-11-23-3666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8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0 253 15655,'0'0'3730,"129"-75"-3698,-30 21-32,-2-8-1281,-10 1-7443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8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13750,'0'0'6753,"-3"2"-6473,2-1-281,0-1 0,0 1 0,1 0 1,-1 0-1,0 0 0,0 0 0,1 0 0,-1 0 1,0 0-1,1 0 0,-1 0 0,1 0 0,0 0 1,-1 0-1,1 0 0,0 0 0,-1 0 0,1 0 1,0 0-1,0 1 0,0-1 0,0 0 0,0 2 1,10 34-39,-9-34 38,119 323 176,-64-180-91,-2-7-81,-60-149-3746,-14-18-3688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9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28 451 10853,'0'0'3073,"-5"-20"-1677,0 3-1169,1 5-155,0-1 0,1 1 0,1 0 0,0-1 0,0 0 0,2 1 0,-1-1 0,2 0 0,1-15 0,2 13-50,1 0 0,0 1 0,1 0 0,0 0 0,1 0 1,1 1-1,0 0 0,1 0 0,0 1 0,1 0 0,11-10 0,-11 11-11,1 1 0,0 1 0,0 0-1,1 0 1,0 2 0,1-1 0,0 1 0,0 1-1,0 0 1,1 1 0,24-6 0,-28 10-14,-1-1-1,1 1 1,0 1 0,0 0 0,-1 0 0,1 1 0,0 1 0,0-1-1,11 5 1,-15-4-2,1 1 1,-1-1-1,0 2 0,0-1 0,0 1 0,0 0 1,-1 0-1,1 0 0,-1 1 0,0 0 0,0 0 1,-1 0-1,6 9 0,-2-1-21,-1 0 0,0 1-1,-1 0 1,-1 0 0,0 1 0,-1-1 0,0 1 0,-1 0-1,1 18 1,-2-5-6,-2 1-1,0-1 1,-2 0-1,-5 29 1,4-41 30,-1 0 1,-8 24-1,11-36-9,-1 1-1,0 0 1,0-1-1,-1 0 1,1 0-1,-1 0 0,0 0 1,0 0-1,0 0 1,0-1-1,-1 1 1,-6 4-1,9-7-24,1-1 1,-1 0-1,1 1 0,-1-1 1,1 0-1,-1 0 0,1 1 1,0-1-1,-1 0 1,1 0-1,-1 0 0,1 0 1,-1 0-1,1 0 0,-1 0 1,0 0-1,1 0 0,-1 0 1,1 0-1,-1 0 0,1 0 1,-1 0-1,1 0 1,-1 0-1,1-1 0,0 1 1,-1 0-1,1 0 0,-1-1 1,0 0-1,-6-18-3125,4-31-4157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9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91 12486,'0'0'5757,"2"8"-5688,0 1-70,2 0-1,-1 0 1,1-1-1,0 1 1,1-1-1,0 0 1,8 9-1,50 58-2,-63-74 4,5 4 3,1 0 0,-1 0-1,1 0 1,0-1 0,0 1-1,0-2 1,1 1 0,12 5-1,-17-8-1,0 0 0,1-1 0,-1 1 0,1 0 0,-1-1-1,1 1 1,0-1 0,-1 0 0,1 0 0,-1 0 0,1 0-1,0 0 1,-1-1 0,1 1 0,-1-1 0,1 1-1,-1-1 1,1 0 0,-1 0 0,0 0 0,0-1 0,1 1-1,-1 0 1,0-1 0,0 0 0,0 1 0,0-1 0,3-4-1,0-3 11,-1 0 0,1-1 0,-2 1 0,1-1-1,-2 0 1,1 0 0,-1 0 0,-1 0 0,1-1-1,-2 1 1,0 0 0,0-1 0,-1 1 0,0 0-1,0-1 1,-1 1 0,-1 0 0,0 0 0,-8-18-1,7 22 10,0 1 0,-1 0 0,0 0-1,0 0 1,0 1 0,-1 0-1,1 0 1,-1 0 0,0 1-1,0-1 1,-8-2 0,11 5-10,0 0-1,0 0 1,0 0 0,0 1 0,0-1 0,-1 1 0,1 0-1,0-1 1,0 2 0,-1-1 0,-4 1 0,6-1-10,1 1 0,-1 0 0,0-1 0,0 1 0,1 0 1,-1 0-1,0 0 0,1 0 0,-1 1 0,1-1 0,-1 0 1,1 1-1,0-1 0,-1 1 0,1-1 0,0 1 0,0-1 1,0 1-1,0 0 0,0 2 0,-3 7-279,2 0-1,-1-1 1,1 1-1,1 0 1,0 0-1,1 0 1,0 0-1,1 0 1,0 0-1,0 0 1,4 13-1,-2-18-537,0 0 0,0 0 0,0 0-1,0-1 1,5 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39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1 13974,'0'0'3930,"-10"17"-3735,-27 55-24,36-69-169,0 0 1,0-1-1,0 1 1,0 0-1,1 0 0,-1 0 1,1 0-1,0 0 1,0 0-1,0 0 1,0-1-1,0 1 1,1 0-1,-1 0 1,1 0-1,0 0 0,0 0 1,0-1-1,0 1 1,0 0-1,1-1 1,-1 1-1,1-1 1,0 1-1,0-1 1,-1 0-1,1 0 0,4 4 1,3 0-17,0 1 1,-1-1-1,2-1 0,-1 0 1,16 6-1,-9-5-133,-1-1 0,23 4 0,-25-7-9,-1 1-1,0 0 1,0 1 0,0 0-1,13 7 1,-24-10 152,0 0 0,1 0 0,-1 0 0,1 0 0,-1 0 0,0 1 0,0-1 0,0 0 0,0 1 0,0-1 0,0 1 0,0-1 0,0 1 0,-1-1 0,1 1 0,0 0 0,-1-1 0,0 1 0,1 0 0,-1-1 0,0 1 0,0 0 0,0-1 0,0 1 0,0 0 0,0 0 0,0-1 0,-1 1 0,1 0 0,0-1 0,-1 1 0,0 0 0,0 1 0,-2 3 41,0 1 0,0-1 0,-1 0 0,0 0 0,0 0 0,-8 8-1,-7 7 175,-1 0-1,-1-2 0,0 0 0,-44 27 1,64-45-292,1-1 25,-1 1 0,1-1 1,-1 1-1,0-1 0,1 0 0,-1 1 1,1-1-1,-1 1 0,0-1 1,1 0-1,-1 0 0,0 1 1,0-1-1,1 0 0,-1 0 1,0 0-1,1 0 0,-1 0 0,0 0 1,0 0-1,1 0 0,-1 0 1,0 0-1,0 0 0,1-1 1,-2 1-1,1-16-4424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0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 14647,'0'0'4717,"-8"2"-4640,4-1-82,2 0 1,0-1-1,0 1 0,1-1 0,-1 1 0,0 0 0,1-1 0,-1 1 0,1 0 1,-1 0-1,-2 2 0,4 6-28,13 5 7,11 4-9,4 3-262,0 2 0,48 50 0,-69-65 249,-1 1 0,1-1 1,-2 1-1,1 0 0,-1 1 1,0-1-1,-1 1 0,0 0 1,-1 0-1,0 0 0,-1 1 1,0-1-1,0 1 0,0 15 1,-2-15 75,-1 0 1,0 0 0,0 0-1,-1 0 1,-5 18 0,5-24-17,0 0 0,0 0 0,-1 0 0,1-1 0,-1 1 0,0-1 0,0 0 0,0 0 0,-1 0 0,0 0 0,1-1 0,-1 1 0,-1-1 0,-4 3 0,-5 0-201,6-8-2960,7-9-5817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0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15 454 15895,'0'0'2834,"47"89"-2786,-24-33-16,2 4 80,-4-3-16,-7-10 0,1-12-96,-5-10 32,-2-12-16,-4-8-16,-2-5-96,-2-2-1761,0-31-3922</inkml:trace>
  <inkml:trace contextRef="#ctx0" brushRef="#br0" timeOffset="1">0 1 18633,'0'0'2177,"10"0"-6515,1 7-2690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0.9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17960,'0'0'3733,"8"6"-3632,11 11-102,-1 1 1,-1 1-1,-1 1 1,0 0-1,-2 1 0,0 1 1,-2 0-1,12 27 1,76 201 40,-34-81-32,-59-151 24,-6-17 96,-1-18 878,-7-79-319,4 68-687,1 0-1,1-1 1,6-48-1,-3 69-6,0 0 0,1 1-1,0 0 1,0-1 0,0 1 0,1 1 0,0-1-1,1 0 1,0 1 0,0 0 0,0 0-1,1 0 1,-1 1 0,1 0 0,1 0 0,-1 0-1,1 1 1,-1 0 0,1 0 0,0 1-1,1 0 1,-1 0 0,1 1 0,-1 0-1,1 0 1,0 0 0,-1 1 0,1 1 0,0-1-1,15 2 1,-19 0 3,-1 0 1,1 0-1,-1 0 1,0 0-1,1 1 0,-1 0 1,0-1-1,0 1 0,0 0 1,0 0-1,-1 1 0,1-1 1,0 1-1,-1-1 1,0 1-1,1 0 0,-1 0 1,0 0-1,-1 0 0,1 0 1,0 0-1,-1 1 0,0-1 1,2 7-1,1 5-7,-1 1-1,0 0 0,-1-1 0,0 22 1,-1-19 18,-2 0 1,0 0 0,-1 0-1,0 0 1,-2 0-1,-7 25 1,9-38-43,1 0-1,-1 0 0,0-1 1,-1 1-1,1 0 1,-1-1-1,1 0 1,-2 1-1,1-1 1,0 0-1,-1-1 1,1 1-1,-1-1 1,0 1-1,0-1 0,-1 0 1,1-1-1,-1 1 1,1-1-1,-1 0 1,0 0-1,0 0 1,0 0-1,0-1 1,0 0-1,0 0 0,-5 0 1,7-1-164,1 0-1,0 0 1,0 0 0,0 0 0,-1 0 0,1-1-1,0 1 1,0-1 0,0 1 0,0-1-1,0 0 1,0 0 0,0 0 0,0 0-1,0 0 1,0 0 0,0-1 0,1 1 0,-1 0-1,0-1 1,1 1 0,-1-1 0,1 0-1,0 0 1,0 1 0,-1-1 0,1 0-1,0 0 1,1 0 0,-2-2 0,-14-47-7994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1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32 6275,'0'0'17304,"-27"-32"-17352,58 81-64,10 26 112,3 20 96,-1 13-96,-3 0-16,-3-15-32,-2-20-945,-4-25-944,-2-22-448,-4-22-2769,-6-4-7828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1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52 17800,'0'0'1929,"7"9"-1948,-3-4 18,0-1 0,-1 1-1,0 0 1,1-1-1,0 0 1,0 0 0,1 0-1,-1 0 1,1-1-1,0 0 1,-1 0-1,1 0 1,1 0 0,-1-1-1,0 0 1,9 2-1,-11-3 0,-1-1 0,1 1 0,0-1 0,-1 0 0,1 0 0,-1 0 0,1 0 0,-1-1 0,1 1 0,0-1 0,-1 1 0,1-1 0,-1 0 0,0 0 0,1 0 0,-1 0 0,0-1 0,0 1 0,4-3 0,-4 1 4,0 0 1,0 1-1,-1-1 1,1 0-1,-1 0 1,0 0-1,0 0 1,0-1 0,0 1-1,0 0 1,-1 0-1,1 0 1,-1-1-1,0 1 1,0-5-1,0 6 18,-1-1 0,1 1 0,-1 0 0,1-1 0,-1 1 0,0-1 0,0 1-1,0 0 1,0 0 0,0 0 0,0-1 0,0 1 0,-1 0 0,1 1 0,-1-1 0,0 0-1,0 0 1,1 1 0,-1-1 0,0 1 0,0-1 0,0 1 0,-1 0 0,1 0 0,0 0-1,0 0 1,-1 0 0,1 0 0,0 1 0,-5-1 0,0-1 123,0 1 0,0 1-1,0-1 1,0 1 0,0 0 0,0 1 0,0-1 0,0 2-1,0-1 1,-8 3 0,8-1-71,1 0 0,0 0 0,1 1-1,-1 0 1,1 0 0,-1 0 0,1 1 0,0 0 0,1 0-1,-1 0 1,1 0 0,0 1 0,0-1 0,1 1 0,0 0 0,0 0-1,0 1 1,-3 10 0,2-1-33,-1-1 1,2 1-1,0 1 1,2-1-1,-1 0 0,3 30 1,-1-40-38,1 1-1,0-1 1,0 0 0,0 1 0,1-1-1,0 0 1,0 0 0,1 0 0,0 0-1,0 0 1,0 0 0,0-1 0,1 0 0,0 1-1,0-2 1,1 1 0,0 0 0,6 5-1,-2-5 0,0 1-1,0-1 0,0-1 1,1 1-1,-1-2 0,1 1 1,0-2-1,0 1 0,1-1 1,19 1-1,-10-2 8,-1-1 1,1-1-1,0-1 0,-1-1 0,0 0 1,1-2-1,-1 0 0,-1-1 0,1-1 1,20-11-1,1-3-63,-1-1 1,-2-3-1,48-39 0,-70 52-621,25-27 1,-36 35 51,-1-1 1,0 1 0,0-1-1,0 1 1,0-1 0,2-7-1,-1-18-10426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2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49 11701,'0'0'10885,"-29"-49"-10885,58 94-64,9 24 32,1 17 16,-6 0-288,-2-12-720,-4-16-369,-6-21-352,-9-22-2401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2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53 391 15863,'0'0'2874,"-9"-18"-1861,-27-58-506,34 72-492,1 0 0,0-1-1,0 1 1,0 0 0,0-1 0,1 1-1,-1 0 1,1-1 0,1 1 0,-1-1-1,0 1 1,1-1 0,0 1 0,0 0-1,0 0 1,1-1 0,2-5 0,1 1-14,1 1 0,0-1 0,0 1 0,1 0 0,9-9 0,-12 14 5,14-15-13,1 1 0,1 1 0,0 1 0,1 0 1,43-21-1,-52 30-2,-1 1 0,1 0 0,0 1-1,1 0 1,-1 1 0,1 1 0,-1 0 0,1 0 0,0 1 0,0 1 0,-1 0 0,1 1 0,22 4 0,-28-3 1,0 1-1,0 0 1,-1 1 0,1-1 0,0 1 0,-1 0 0,0 1 0,0 0 0,0 0 0,-1 0 0,0 0 0,0 1-1,0 0 1,-1 0 0,1 0 0,-1 1 0,-1-1 0,1 1 0,-1 0 0,-1 0 0,3 9 0,3 9-19,-2 1 0,-1-1 0,-1 1 0,1 49 1,-5-49 24,0 0 0,-2-1 0,0 1 1,-11 38-1,11-53 10,-2 0 0,1-1 0,-1 0-1,-1 0 1,0 0 0,0-1 0,-1 0 0,0 0 0,-1 0 0,0 0-1,0-1 1,-1 0 0,-11 9 0,16-15 19,-1 0-1,1 0 1,-1 0 0,0 0 0,1 0-1,-1-1 1,0 1 0,0-1 0,0 0-1,-8 0 1,11 0-8,0-1-1,0 0 1,-1 0-1,1 0 1,0-1-1,-1 1 1,1 0-1,0 0 1,0-1-1,-1 1 1,1-1-1,0 1 1,0-1-1,0 1 1,0-1-1,0 0 1,0 0-1,0 1 1,0-1-1,0 0 1,0 0-1,0 0 1,0 0-1,1 0 1,-1 0-1,0 0 1,1 0-1,-1-1 1,1 1-1,-1 0 1,1 0-1,-1 0 1,1-1-1,0 1 1,0 0-1,-1-3 1,0-9-5,1 0-1,-1 1 1,2-1-1,0 0 1,1 0-1,0 0 1,0 1-1,2-1 1,-1 1-1,2 0 1,6-13-1,-7 17-21,0 0 0,1 1 0,0-1 0,0 1 0,1 0 0,0 1 0,0-1 0,1 1 0,-1 0 0,1 1 0,1 0 0,-1 0 1,1 0-1,0 1 0,0 0 0,0 1 0,13-4 0,-13 4 2,0 1-1,0 1 1,0-1 0,0 1 0,1 1 0,-1 0-1,0 0 1,1 0 0,-1 1 0,0 0 0,0 1-1,0 0 1,0 0 0,0 1 0,0 0 0,13 7-1,-14-5 4,0 0 0,0 1 0,0 0-1,0 0 1,-1 0 0,0 1 0,0 0-1,-1 0 1,0 1 0,0 0 0,-1 0-1,0 0 1,0 0 0,-1 0 0,3 12-1,0 0 5,-2 0 0,0 0 0,-1 0 0,-1 0 0,-1 0 0,-1 1 0,-1-1 0,-5 33 0,4-40 1,-1-1 0,0 1 0,-1-1 0,-1 0 0,1 0 0,-2 0-1,0-1 1,0 0 0,-1 0 0,0-1 0,-1 1 0,0-2 0,-1 1 0,-16 13 0,20-19-64,0-1 0,-1 0 1,1 0-1,0 0 0,-1-1 1,0 0-1,1 0 0,-10 2 1,11-4-190,1 1 1,-1 0 0,1-1 0,-1 0-1,1 0 1,-1 0 0,1 0-1,-1-1 1,0 0 0,1 1 0,0-1-1,-1 0 1,1-1 0,0 1-1,-5-3 1,4 1-506,1 0-1,0-1 0,-1 1 0,2-1 1,-1 0-1,0 0 0,-2-5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2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1 144 944,'0'0'18801,"7"11"-18793,39 68-26,34 55 103,-76-129-84,-1-1 1,1 0 0,-1 0-1,1 0 1,1 0 0,-1 0-1,0-1 1,1 0 0,8 4-1,-11-6 1,0 0-1,1 0 0,-1 0 1,0 0-1,0-1 1,1 1-1,-1-1 0,1 0 1,-1 0-1,0 0 0,1 0 1,-1 0-1,1 0 0,-1-1 1,0 1-1,1-1 1,-1 1-1,0-1 0,0 0 1,1 0-1,-1 0 0,0 0 1,0-1-1,3-1 0,0-2 12,-1 0 0,1 0 0,-1-1 0,0 1 0,0-1 0,0 0 0,-1 0 0,0 0-1,0 0 1,-1-1 0,0 1 0,3-13 0,-1-2 109,-1 0 0,2-41 0,-5 52-115,0 0 1,0 1-1,-1-1 0,-1 0 0,1 0 1,-2 1-1,1-1 0,-1 1 0,-1 0 1,1 0-1,-2 0 0,1 0 1,-1 1-1,0 0 0,-1 0 0,0 0 1,0 1-1,-1-1 0,0 2 1,0-1-1,-16-10 0,4 7-2027,8 9-2390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3.2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 17560,'0'0'3375,"-7"-1"-3196,-9-2-189,12 6-17,28 12-56,61 26-67,-77-38 145,27 12-17,-15-7-14,-1 0 1,-1 2-1,27 17 1,-40-24 30,-1 0 0,0 0 0,0 1 0,0-1 0,-1 1 0,1 0 0,-1 0 0,0 1 0,0-1 0,-1 1 0,1-1 0,-1 1 0,0 0 0,0 0 0,0 0 0,-1 0 0,0 0 0,1 11 0,-1-8 11,-1 1 0,-1 0 0,0 0 1,0 0-1,-1 0 0,0-1 0,0 1 0,-1-1 0,0 1 0,0-1 0,-1 0 0,0 0 1,-1-1-1,1 1 0,-2-1 0,1 0 0,-1 0 0,0-1 0,0 0 0,-1 0 0,0 0 1,0-1-1,-9 6 0,1-4-490,5-8-3616,6-9-4424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3.6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16103,'0'0'5667,"0"-15"-5731,29 49 64,4 12 16,-2 4 0,-2 1-32,-8-10 48,-2-8-64,-11-8 16,-2-10-208,-4-8-1089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3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14839,'0'0'8676,"-12"2"-15207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4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3 203 19449,'0'0'2126,"-1"6"-2307,1-3 171,0 0-1,0 0 1,0 0 0,0 0 0,0 0-1,1 0 1,-1 0 0,1 0 0,0 0 0,0 0-1,0-1 1,3 6 0,27 40 0,-24-39 11,0 1 0,-1 0 0,0 0 0,0 0 1,5 16-1,-3 21-497,-10-17-2594,2-30 3055,0 1-1,-1-1 0,1 1 1,0-1-1,-1 0 1,1 1-1,-1-1 1,1 1-1,-1-1 0,1 0 1,-1 1-1,1-1 1,-1 0-1,1 0 1,-1 0-1,1 1 0,-1-1 1,1 0-1,-1 0 1,0 0-1,1 0 1,-1 0-1,1 0 0,-1 0 1,0 0-1,1 0 1,-1 0-1,1 0 1,-1 0-1,1 0 0,-1-1 1,1 1-1,-1 0 1,0 0-1,0-1 1,-21-11-462,17 6 554,0 0-1,1 0 0,0 0 1,0-1-1,0 0 0,0 1 0,1-2 1,1 1-1,-1 0 0,1 0 1,0-1-1,1 1 0,-2-10 1,1-8 288,0 0 1,4-44-1,0 55-258,0 0 1,1 1-1,0 0 1,1 0-1,0 0 0,1 0 1,1 0-1,12-21 0,-14 28-66,-1 1 0,1-1 0,0 1-1,0 0 1,1 0 0,0 0-1,0 0 1,0 1 0,0 0 0,1 0-1,-1 0 1,1 1 0,0 0-1,0 0 1,0 0 0,1 1 0,-1 0-1,0 0 1,14-1 0,-16 3-18,1 0 1,0 1-1,-1-1 1,1 1 0,0 1-1,-1-1 1,1 0-1,-1 1 1,0 0-1,0 0 1,1 1 0,-1-1-1,-1 1 1,1 0-1,0 0 1,-1 0-1,1 0 1,-1 1-1,5 5 1,5 9 95,-1 0 1,20 37-1,-28-47-49,23 49 467,27 82 0,-33-79-124,-20-59-389,17 37 205,-17-37-207,-1 0 1,1-1 0,-1 1 0,1 0 0,-1 0 0,1-1-1,0 1 1,-1 0 0,1-1 0,0 1 0,0-1-1,-1 1 1,1-1 0,0 1 0,0-1 0,0 1-1,0-1 1,-1 0 0,1 0 0,0 1 0,0-1 0,0 0-1,0 0 1,0 0 0,0 0 0,0 0 0,0 0-1,0 0 1,0 0 0,0-1 0,0 1 0,-1 0-1,1 0 1,0-1 0,0 1 0,0-1 0,0 1 0,0-1-1,-1 1 1,2-2 0,3-2 0,-1-1 0,1 0 0,-1 0 0,0 0 0,0 0 0,-1-1 0,0 0 1,4-7-1,18-54-979,-22 58 678,15-54-4373,-7-2-6473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4.6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8 152 15767,'0'0'3994,"1"-8"-4034,-1 7 39,0 0-1,0-1 0,0 1 1,0-1-1,0 1 1,0 0-1,1-1 1,-1 1-1,1 0 1,-1-1-1,1 1 1,-1 0-1,1 0 1,0 0-1,-1-1 1,1 1-1,0 0 1,0 0-1,0 0 1,0 0-1,0 0 1,0 0-1,0 0 1,0 1-1,3-2 1,2 0-15,0 1-1,1 1 1,-1-1 0,1 1 0,-1 0 0,8 1 0,-4 0-46,15-2-348,-25 1 401,1-1-1,0 1 1,-1-1-1,1 1 1,0-1 0,-1 1-1,1-1 1,-1 1-1,1-1 1,0 0 0,-1 1-1,1-1 1,-1 0-1,0 1 1,1-1 0,-1 0-1,0 0 1,1 1 0,-1-1-1,0 0 1,0 0-1,0 0 1,0 1 0,0-1-1,1 0 1,-2 0-1,1 0 1,0-1 0,0 0 42,-1 1 1,0-1 0,1 0-1,-1 0 1,0 0 0,0 0-1,0 1 1,0-1 0,-1 0 0,1 1-1,0-1 1,-1 1 0,1 0-1,-1-1 1,1 1 0,-1 0-1,0 0 1,0 0 0,1 0 0,-1 0-1,0 0 1,0 1 0,0-1-1,0 0 1,0 1 0,0 0-1,0-1 1,-3 1 0,-2-1 131,1 0 1,-1 0 0,0 1-1,0-1 1,0 2 0,0-1-1,-12 3 1,18-2-144,0-1 0,0 1 0,0-1 0,1 1 1,-1 0-1,0 0 0,1-1 0,-1 1 0,0 0 0,1 0 0,-1 0 0,1 0 1,-1 0-1,1 0 0,0 0 0,-1 0 0,1 0 0,0 0 0,0 0 0,0 0 1,-1 0-1,1 0 0,0 0 0,1 0 0,-1 1 0,2 30-57,-2-28 61,2 6-26,1 0 0,0-1 0,0 1 0,1-1 0,0 0 0,1 0 0,0 0 0,0-1 0,1 0 0,9 11 0,-7-9-1,2 0 1,-1 0-1,1-1 0,1 0 0,0-1 1,0 0-1,14 8 0,-20-14-4,1 1 0,-1-1 1,0 0-1,1 0 0,0-1 0,-1 0 0,1 0 0,0 0 0,-1-1 0,1 1 0,0-1 0,0-1 0,0 1 1,-1-1-1,1 0 0,0-1 0,-1 1 0,1-1 0,-1 0 0,0 0 0,1-1 0,-1 1 0,0-1 1,0 0-1,-1-1 0,1 1 0,-1-1 0,1 0 0,-1 0 0,5-7 0,4-6-514,-2-1 0,0 0 0,0 0 0,-2-1 0,0 0 0,-1 0 0,-2-1 0,7-29 0,-4-20-5364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4.9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15943,'0'0'5171,"-11"11"-4990,-36 38-144,45-48-38,1 1 0,1-1 0,-1 0 0,0 1 0,0-1 0,0 1 0,1-1 0,-1 1 0,1-1 0,-1 1 0,1-1 0,-1 1 0,1-1 0,0 1 0,0 0 0,0-1 0,0 1 0,0-1 0,0 1 0,0 0 0,1-1 0,-1 1 0,0-1 0,1 1 0,0-1 0,-1 1 0,1-1 0,0 1 0,-1-1 0,1 0 0,0 1 0,0-1 0,0 0 0,0 0-1,1 0 1,-1 0 0,0 0 0,0 0 0,2 1 0,1 2-6,9 7-5,1-1-1,0 0 0,0-1 1,1 0-1,0-1 0,0-1 1,27 9-1,-19-8-42,0 2 0,30 17 0,-51-25 55,0-1 0,1 1 0,-1 0 0,0-1 0,0 1 0,0 0 1,0 0-1,-1 0 0,1 1 0,0-1 0,-1 0 0,0 1 0,1-1 0,-1 1 1,0-1-1,0 1 0,0-1 0,-1 1 0,1 0 0,-1 0 0,1-1 0,-1 1 1,0 0-1,0 0 0,0-1 0,-1 1 0,1 0 0,0 0 0,-1-1 0,-2 6 1,1-2 15,-1 0 0,0 0 0,0 0 0,0 0 0,-1-1 0,0 1 0,0-1 1,0 0-1,-1 0 0,1 0 0,-9 5 0,9-7-186,0 0 0,0 0 0,0 0 0,0 0-1,-1-1 1,1 0 0,-1 0 0,0 0 0,1 0 0,-1-1 0,0 0-1,-7 1 1,5-2-5435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5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16231,'0'0'2730,"-8"19"-2621,-1 0-96,1 1 1,-5 20-1,13-38-12,0 1-1,0-1 1,0 0-1,0 0 1,0 0-1,0 0 1,0 0-1,1 0 1,-1 0-1,1 0 1,0 0-1,-1 0 1,1 0-1,0 0 1,0 0-1,0 0 1,1 0-1,-1-1 1,0 1-1,1 0 1,-1-1-1,1 0 1,-1 1-1,1-1 1,0 0-1,0 1 1,-1-1-1,1 0 1,0 0-1,0-1 1,0 1 0,0 0-1,3 0 1,3 3-3,14 5-7,0 0 0,39 8 0,19 8-7,-77-24 20,0 0 0,-1 0-1,1 0 1,-1 0 0,0 0-1,1 1 1,-1-1 0,0 1-1,0 0 1,0-1 0,0 1 0,0 0-1,0 0 1,-1 0 0,1 1-1,0-1 1,-1 0 0,0 0-1,0 1 1,1-1 0,-1 1-1,-1-1 1,1 1 0,0 0-1,-1-1 1,1 1 0,-1 0-1,0-1 1,0 1 0,0 0-1,0-1 1,0 1 0,-1 0-1,1-1 1,-1 1 0,0-1-1,0 4 1,-4 4 68,1 0-1,-1 0 1,0 0-1,-1-1 1,-1 0 0,1 0-1,-13 13 1,6-7 4,4-5-89,0 1 0,-1-1 0,1-1 0,-2 0 0,0 0 0,0-1 1,0 0-1,-14 6 0,5-12-3295,13-8-7201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5.9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383 518 6851,'0'0'8412,"-22"-18"-6785,-73-57-741,86 68-789,0 0 0,-1 1-1,1 0 1,-1 1 0,-1 0 0,-13-5 0,19 9 19,-1-1 0,1 1 0,0 1 0,-1-1 0,1 1 0,0 0 0,-1 0 0,1 1 0,0 0 0,-1-1 0,-5 3 0,7-1-66,0-1-1,0 1 1,1 0-1,-1 0 1,1 1-1,0-1 1,-1 1-1,1-1 1,0 1-1,0 0 1,1 0-1,-1 0 1,0 1-1,1-1 1,-3 7-1,-3 5 16,1 0-1,-7 23 0,7-17-46,0 0 0,2 1 0,1-1 0,0 1 0,2 0 0,0 1 0,2-1 1,3 39-1,-2-57-21,-1-1 1,1 0 0,0 0 0,0 0 0,0 0-1,0 0 1,1 0 0,-1 0 0,1 0-1,0-1 1,0 1 0,0 0 0,0-1 0,0 0-1,1 1 1,-1-1 0,1 0 0,-1 0 0,1 0-1,0-1 1,0 1 0,0-1 0,0 1 0,0-1-1,0 0 1,0 0 0,0-1 0,0 1-1,0 0 1,1-1 0,-1 0 0,0 0 0,4 0-1,1 0-94,-1-1 0,0 0-1,1 0 1,-1-1 0,0 1-1,0-2 1,0 1 0,0-1-1,0 0 1,0 0 0,-1-1-1,0 0 1,10-7 0,-3-2-165,0 0 0,-1-1 0,-1 0 1,0-1-1,-1 0 0,-1-1 1,0 0-1,-1 0 0,-1-1 1,8-28-1,-7 18 230,-2-1 1,-2 0-1,0-1 0,-2 1 1,-1 0-1,-3-34 1,1 45 187,-2 1 0,0-1 1,-1 1-1,-1-1 1,-1 1-1,0 1 0,-1-1 1,-11-19-1,2 11 349,0 0 0,-1 1 0,-1 1 0,-22-21 0,36 38-94,-1 1 1,0 0-1,0 0 0,0 0 1,-8-5-1,9 9 524,5 6-722,-1-3-177,4 14-24,2 0-1,-1 0 0,2 0 0,0-1 0,1 0 0,14 21 1,3 7 21,131 280 87,-108-218-112,-37-83-241,-1 0 200,0-1 0,2 0 0,15 21 0,-23-38-271,0 0-1,0 0 0,1-1 0,0 1 0,0-1 1,10 7-1,-12-9-89,0-1 0,0 1 0,0-1 1,0 0-1,1 0 0,-1 0 0,0 0 1,1-1-1,-1 1 0,0-1 0,1 0 0,-1 0 1,7-1-1,26-8-8592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6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144 92 16824,'0'0'4418,"-3"2"-4458,3-2 36,-1 1 1,1-1-1,0 1 1,-1-1-1,1 1 1,0-1 0,-1 1-1,1-1 1,0 1-1,0-1 1,-1 1-1,1 0 1,0-1 0,0 1-1,0-1 1,0 1-1,0 0 1,0-1-1,0 1 1,0-1-1,0 1 1,0 0 0,0-1-1,0 1 1,1-1-1,-1 1 1,0 0-1,0-1 1,1 1-1,-1-1 1,1 1 0,18 21-7,-14-18 10,0-1 0,0 0 1,0 1-1,1-2 0,-1 1 1,1-1-1,0 1 0,8 1 0,-12-4-18,0 1 0,1-1 0,-1 0 0,0 0 0,0 1 0,1-1 0,-1-1-1,0 1 1,1 0 0,-1-1 0,0 1 0,0-1 0,0 1 0,1-1 0,-1 0 0,0 0-1,0 0 1,0 0 0,0-1 0,0 1 0,-1-1 0,1 1 0,3-4 0,-3 2 9,0-1 0,-1 0 0,1 0 0,-1 0 0,0 0 0,0-1 0,0 1 0,0 0 0,-1 0 1,1-1-1,-2-7 0,1 8 15,0 1 1,-1 0-1,0-1 1,0 1-1,0 0 1,0-1-1,0 1 1,-1 0-1,1 0 1,-1 0-1,0 0 1,0 0-1,0 1 1,0-1-1,0 1 1,-1-1-1,1 1 1,-1 0-1,0 0 1,1 0-1,-1 0 1,0 0-1,0 1 1,0-1-1,-1 1 1,1 0-1,-6-2 1,-5-1 134,0 0 1,-1 2 0,1-1 0,-1 2-1,-20-1 1,31 2-83,-1 0 0,1 1 0,-1-1 0,1 1 0,-1 0 0,1 0 0,-1 0 0,1 0 0,0 1 0,0 0 0,-1 0 0,1 0 0,0 0 0,1 1 0,-1-1 0,-6 7 0,6-5-33,1 1 0,0-1 0,0 1 1,0 0-1,0 0 0,1 0 0,-1 1 0,1-1 0,1 0 0,-1 1 0,1-1 1,0 1-1,0 8 0,-1-1-16,1-1 1,1 1-1,1 0 1,0 0-1,0-1 1,1 1-1,1-1 1,0 1-1,9 23 1,-8-28-11,1 0-1,0 0 1,0 0 0,0 0 0,1-1-1,0 0 1,1 0 0,-1 0 0,1-1-1,1 0 1,-1-1 0,1 1 0,0-1-1,13 5 1,-10-5-23,0-1 0,0 0 0,1-1 0,-1 0 0,1-1 0,0 0 0,0-1 0,0 0 0,-1-1 0,1-1 0,0 0 0,0 0 0,0-1 0,-1 0 0,1-1 0,-1-1 0,1 0-1,-1 0 1,-1-1 0,1-1 0,15-9 0,-8 0-280,0 0 0,-1-2-1,-1 0 1,20-26-1,-22 23-1004,0-1-1,10-22 1,6-27-6024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6.7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 17 672,'0'0'20628,"-17"-4"-20273,6 0-312,6 2-33,0 1 0,0-1 1,0 1-1,0 0 0,0 0 0,0 1 0,-9-1 0,13 2-8,0-1 0,-1 1 0,1-1 0,-1 1 1,1-1-1,0 1 0,-1 0 0,1-1 0,0 1 0,0 0 0,0 0 0,-1 0 1,1 0-1,0 0 0,0 0 0,0 0 0,1 1 0,-1-1 0,0 0 0,0 0 1,1 1-1,-1-1 0,1 1 0,-1-1 0,1 0 0,-1 1 0,1-1 0,0 1 1,0-1-1,0 1 0,0-1 0,0 1 0,0-1 0,0 1 0,1 1 0,-2 30 80,2 1 0,10 57 0,-9-81-68,1 0 0,0 1 0,0-1 0,1-1 0,0 1 0,1 0 1,0-1-1,0 0 0,1 0 0,0-1 0,1 1 0,0-1 0,8 7 0,-11-11-68,1-1 0,0 0 0,0 0-1,0 0 1,1 0 0,-1-1 0,1 0 0,-1 0-1,1 0 1,0-1 0,-1 0 0,1 0 0,0 0-1,0-1 1,0 0 0,0 0 0,-1 0 0,10-3-1,-5 1-181,0 0 0,-1-1 0,0 0-1,0 0 1,0-1 0,0 0 0,0-1 0,-1 0-1,0-1 1,10-7 0,-2-2-2089,25-30 0,9-23-5276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7.0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17912,'0'0'4546,"23"56"-4546,4 0 80,-3 7 80,-5-2-80,-2-8-48,-7-16-16,-2-15-16,-4-12-96,-1-10-1905,-3-12-2497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7.4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 18841,'0'0'3153,"-7"20"-5794,22 15-2369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7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23 17912,'0'0'1860,"-9"17"-1783,-29 60-64,37-75-12,0 1-1,0 0 0,0-1 0,0 1 0,1 0 0,-1 0 0,1 0 0,0-1 0,-1 1 0,1 0 0,0 0 0,1 0 1,-1 0-1,1 0 0,-1-1 0,1 1 0,0 0 0,0 0 0,0-1 0,0 1 0,0-1 0,1 1 0,-1-1 1,1 1-1,-1-1 0,1 0 0,0 0 0,0 0 0,4 3 0,1 0-2,0 0 1,1-1-1,-1 0 0,1 0 1,0-1-1,0 0 0,13 3 1,-1-2-53,1-1 1,0-1-1,36 0 0,-31-2-600,41 5-1,-64-5 622,-1 1 0,1-1 0,-1 1-1,1 0 1,-1 0 0,0 0-1,1 0 1,-1 0 0,0 0 0,0 1-1,0-1 1,0 1 0,0-1-1,0 1 1,0 0 0,0 0 0,-1 0-1,1 0 1,-1 0 0,1 0 0,-1 0-1,0 1 1,0-1 0,0 0-1,0 1 1,-1-1 0,1 1 0,0-1-1,-1 1 1,0-1 0,1 1-1,-1-1 1,0 1 0,-1 0 0,1-1-1,0 1 1,-1 2 0,-1 4 138,0 0 0,0 0 0,0 1 1,-2-2-1,1 1 0,-1 0 0,0-1 1,-9 13-1,2-4 192,-1-1 0,-1 0-1,-1-1 1,0-1 0,-1 0 0,0-1 0,-18 11-1,32-23-403,-11 4 67,9-8-2974,2-16-5790</inkml:trace>
  <inkml:trace contextRef="#ctx0" brushRef="#br0" timeOffset="1">412 0 19241,'0'0'2913,"67"97"-2593,-38-37-48,-7 1-144,-3 1 1,-2-14-113,-9-10-32,-2-16 16,-4-13-16,-2-11-2562,0-31-1055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8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 20345,'0'0'2850,"12"-11"-6004,9 20-3057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8.5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65 19769,'0'0'1716,"7"15"-2042,-1 0 301,37 76-2,-35-77-3,0-1-1,0 1 1,1-2-1,1 1 1,11 10-1,-19-21 20,-1 0 1,1 0-1,0 0 0,1 0 0,-1-1 0,0 1 0,0-1 1,1 0-1,-1 1 0,1-1 0,-1 0 0,1-1 0,-1 1 1,1 0-1,0-1 0,-1 1 0,1-1 0,0 0 0,-1 0 1,1 0-1,0 0 0,0 0 0,-1-1 0,1 1 0,-1-1 1,1 0-1,0 0 0,-1 0 0,1 0 0,-1 0 0,0 0 1,1-1-1,-1 1 0,0-1 0,0 0 0,0 1 0,0-1 1,0 0-1,0 0 0,-1 0 0,1-1 0,0 1 0,-1 0 1,0 0-1,0-1 0,0 1 0,0-1 0,0 1 0,1-5 1,0-2 52,1 0 0,-2 0 1,1 0-1,-1 0 0,-1 0 1,1-1-1,-2 1 1,1 0-1,-1 0 0,-1 0 1,1 0-1,-2 0 0,1 0 1,-7-14-1,6 17 64,-1-1 0,1 1 0,-1 0 0,-1 0 0,1 1 0,-1-1 0,0 1 0,0 0 0,-1 0 0,1 1 0,-1 0 0,0 0 0,0 0 0,-1 1 0,1-1 0,-1 1 1,1 1-1,-1 0 0,-8-2 0,10 2-67,0 1 0,-1 0 0,1 0 1,-1 1-1,1-1 0,-1 1 0,1 0 0,-1 1 1,1-1-1,0 1 0,-1 0 0,1 1 1,-10 3-1,11-3-40,1 0 0,-1 1-1,1-1 1,0 1 0,0 0 0,0 0 0,0 0 0,1 0 0,-1 1 0,1-1 0,-1 1 0,1-1-1,0 1 1,1 0 0,-1 0 0,1 0 0,0 0 0,-2 5 0,0 8-189,0-1 0,-2 29 0,5-38-377,0 0 1,0 0-1,1 0 0,-1-1 0,1 1 0,1 0 1,0-1-1,-1 1 0,5 8 0,-4-12-553,1 1 0,-1-1 0,1 0 0,0 0-1,0 0 1,0-1 0,5 5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8.9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10 566 15479,'0'0'4199,"-3"10"-4060,2-6-131,0 0-4,0 0 0,0 0 0,0-1-1,0 1 1,1 0 0,0 0 0,0 0 0,0 0 0,0-1 0,1 1-1,-1 0 1,1 0 0,0 0 0,0-1 0,0 1 0,0 0 0,4 4-1,0 2-5,4 4-14,0 0 0,17 20 0,-26-33 4,1-1 1,-1 0 0,0 0-1,0 0 1,0 1-1,0-1 1,0 0 0,0 0-1,0 0 1,0 1 0,1-1-1,-1 0 1,0 0-1,0 0 1,0 1 0,0-1-1,1 0 1,-1 0-1,0 0 1,0 0 0,0 0-1,1 0 1,-1 0 0,0 0-1,0 1 1,1-1-1,-1 0 1,0 0 0,0 0-1,0 0 1,1 0 0,-1 0-1,0 0 1,0 0-1,1 0 1,-1 0 0,0 0-1,0-1 1,0 1-1,1 0 1,-1 0 0,0 0-1,0 0 1,1 0 0,-1 0-1,0 0 1,0-1-1,0 1 1,0 0 0,1 0-1,-1 0 1,0 0-1,0-1 1,0 1 0,0 0-1,0 0 1,0 0 0,1-1-1,-1 1 1,0 0-1,0 0 1,0 0 0,0-1-1,0 1 1,0 0 0,0 0-1,0-1 1,0 1-1,0-22-87,0 17 90,-2-234 444,2 234-391,0-1 0,0 1 1,1 0-1,-1 0 0,1-1 0,1 1 0,-1 0 1,1 0-1,0 0 0,0 0 0,0 0 0,1 1 1,0-1-1,0 1 0,0-1 0,0 1 0,1 0 1,-1 0-1,1 0 0,0 1 0,7-5 0,-5 4-43,1 1-1,0-1 0,1 1 0,-1 1 0,0-1 0,1 1 0,0 0 0,-1 1 0,1 0 0,0 0 0,0 1 0,0 0 1,-1 0-1,11 2 0,-13-1-2,1 0 0,-1 1 1,0-1-1,0 1 1,0 0-1,0 0 0,0 0 1,0 1-1,0 0 0,-1 0 1,0 0-1,1 0 1,-1 1-1,0 0 0,-1 0 1,6 6-1,1 5 3,0 1-1,-1 1 1,11 25-1,-12-24 254,0-1 0,19 28 0,-26-44-238,0 0 0,0 0 0,0 0-1,0-1 1,1 1 0,-1 0 0,0 0 0,1-1 0,-1 1 0,0-1-1,1 0 1,-1 1 0,0-1 0,1 0 0,-1 0 0,1 0 0,-1 1 0,1-2-1,-1 1 1,0 0 0,1 0 0,-1 0 0,1-1 0,-1 1 0,0-1-1,1 1 1,-1-1 0,0 1 0,1-1 0,-1 0 0,0 0 0,0 1-1,0-1 1,0 0 0,0 0 0,2-2 0,9-9 133,0-1-1,0 0 1,-2-1 0,1 0 0,8-18-1,39-83 190,-50 96-194,-1 0-1,0 0 1,-2 0 0,0-1 0,-1 0 0,-1 0-1,-1 0 1,-1 0 0,-2-31 0,1 46-83,-1 1 1,0-1 0,0 1-1,0 0 1,0 0-1,-1-1 1,1 1 0,-1 0-1,0 0 1,-1 1-1,1-1 1,-1 0-1,1 1 1,-1-1 0,0 1-1,0 0 1,-1 0-1,1 0 1,-1 0 0,1 1-1,-8-4 1,4 3 60,-1-1 0,1 2 1,-1-1-1,0 1 0,0 0 0,0 1 1,0 0-1,-1 0 0,1 1 0,-14 1 1,20-1-122,1 1 0,-1-1 0,0 1 0,1 0 0,-1 0 0,1-1 0,-1 1 0,1 0 0,-1 0 0,1 1 0,-1-1-1,1 0 1,0 0 0,0 1 0,0-1 0,0 0 0,0 1 0,0 0 0,0-1 0,0 1 0,0-1 0,1 1 0,-1 0 0,1-1 0,-1 1 0,1 0 0,0 0 0,-1-1 0,1 1 0,0 0 0,1 2 0,-2 2-4,1 1 0,0-1 0,1 0-1,-1 0 1,1 0 0,0 0 0,1 0 0,3 10-1,-1-10-6,0 0 0,0 0 0,0 0-1,1-1 1,0 1 0,0-1 0,0 0 0,1 0-1,-1-1 1,1 0 0,7 4 0,10 5-156,42 17 1,7-4-467,-45-17 164,1 2 0,30 15 0,-55-24 457,-1-1-1,1 0 0,0 1 1,0 0-1,-1 0 0,1 0 1,-1 0-1,0 0 0,0 0 1,0 0-1,0 1 0,0-1 1,0 1-1,0 0 0,-1-1 1,1 1-1,-1 0 0,0 0 1,0 0-1,0 0 0,0 0 1,-1 0-1,1 0 0,-1 0 1,1 1-1,-1-1 0,0 0 1,-1 0-1,1 0 1,0 0-1,-1 0 0,0 0 1,0 1-1,0-1 0,0-1 1,0 1-1,0 0 0,-3 4 1,-4 6-105,-1 0 0,0-1 0,-1 0 1,0 0-1,-1-1 0,-16 13 1,-42 30-3319,-9-8-3609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49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13302,'0'0'8137,"9"11"-8094,18 32 103,-1 1 0,-2 1 0,-2 1 1,27 86-1,-39-93-76,-6-24-33,0 0 0,0 0 1,11 21-1,-15-36-45,0 1 0,0-1 1,0 0-1,0 1 0,0-1 0,1 1 1,-1-1-1,0 1 0,0-1 1,1 1-1,-1-1 0,0 0 1,1 1-1,-1-1 0,0 0 1,1 1-1,-1-1 0,0 0 0,1 1 1,-1-1-1,1 0 0,-1 0 1,1 1-1,-1-1 0,1 0 1,-1 0-1,1 0 0,-1 0 0,1 0 1,-1 0-1,1 0 0,-1 0 1,1 0-1,-1 0 0,0 0 1,1 0-1,-1 0 0,1 0 1,-1 0-1,1 0 0,-1 0 0,1-1 1,-1 1-1,1 0 0,-1 0 1,1-1-1,-1 1 0,0 0 1,1-1-1,-1 1 0,0 0 1,1-1-1,-1 1 0,0 0 0,1-1 1,-1 1-1,0-1 0,1 0 1,13-29-1516,2-28-2741,-5-12-4340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0.0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12 16568,'0'0'5858,"-24"-12"-6882,24 35-11014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0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36 274 6915,'0'0'12027,"0"17"-11950,2 25-54,9 60 0,-7-57-5,-4-44 70,-3-12 131,-9-28-207,2 0 0,1-1 0,2 0 0,1 0 0,2-1 0,3 0 0,4-65 0,-3 102-9,1 0 0,-1 0 0,1 0-1,-1 0 1,1 1 0,0-1 0,1 0 0,-1 0-1,1 1 1,-1-1 0,1 1 0,0 0-1,1-1 1,-1 1 0,0 0 0,1 0 0,0 0-1,4-3 1,-4 4 0,1 0-1,-1 0 0,1 1 1,-1 0-1,1 0 1,-1 0-1,1 0 1,-1 0-1,1 1 1,0-1-1,0 1 0,-1 0 1,1 0-1,0 0 1,-1 1-1,1-1 1,0 1-1,-1 0 0,1 0 1,4 3-1,8 3 3,-2 2-1,1 0 0,-2 1 1,1 0-1,-1 1 0,-1 0 1,16 19-1,-3-5 15,21 20 28,81 73 143,-124-115-182,0-1-1,1 1 1,-1-1 0,1 0-1,0 0 1,0 0-1,-1-1 1,1 1 0,7 0-1,-10-1-39,1-1 1,-1 0-1,1 0 0,0 0 0,-1 0 1,1 0-1,0-1 0,-1 1 0,1 0 1,-1-1-1,1 1 0,-1-1 0,1 0 0,-1 1 1,1-1-1,-1 0 0,1 0 0,-1 0 1,0 0-1,0 0 0,1 0 0,-1 0 1,0-1-1,0 1 0,0 0 0,1-3 0,17-38-3615,1-16-4650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1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1 14983,'0'0'7297,"-7"5"-7100,5-3-200,0-1 0,1 1 0,-1 0 0,1-1 0,-1 1 0,1 0 0,0 0 0,0 0 1,0 0-1,0 0 0,0 0 0,0 1 0,0-1 0,1 0 0,-1 0 0,1 1 0,-1-1 0,1 0 0,0 1 0,0-1 0,0 0 0,0 1 0,1-1 0,-1 0 0,1 3 1,4 9 2,-1-1 1,2 1-1,10 18 1,7 17 14,15 62 162,47 223-1,-37-125-11,-48-209-164,7 23-7,-7-22 7,0-1 1,0 1 0,0-1 0,0 1-1,0-1 1,0 1 0,0-1 0,0 1-1,0-1 1,1 1 0,-1-1-1,0 0 1,0 1 0,0-1 0,1 1-1,-1-1 1,0 0 0,1 1-1,-1-1 1,0 1 0,1-1 0,-1 0-1,1 0 1,-1 1 0,0-1-1,1 0 1,-1 0 0,1 1 0,-1-1-1,1 0 1,-1 0 0,1 0-1,0 0 1,-1-1 21,1 0 1,-1-1-1,0 1 0,0-1 1,0 1-1,0-1 0,0 1 1,0-1-1,-1 1 0,1-1 0,0 1 1,-1-1-1,1 1 0,-2-3 1,-4-9 3,-1 0 1,-15-21-1,-7-15-32,20 28 7,8 16 20,-1 0 1,0 0-1,0 1 1,0-1-1,0 1 0,0 0 1,-1 0-1,0 0 0,0 0 1,-5-5-1,31 9 109,-11-1-152,61 2 67,0-4 0,134-21 1,-185 20-108,0-2-1,0 0 1,-1-2 0,1 0 0,-1-1 0,-1-1-1,0-1 1,-1-1 0,0-1 0,0 0 0,-2-2-1,0 0 1,24-27 0,-33 33 1,-2-1 0,1 0 0,-1-1 0,0 0 0,-1 0-1,5-15 1,-9 21 64,0 1-1,0-1 1,0 1-1,0-1 0,-1 1 1,0-1-1,0 0 1,-1-8-1,1 11 12,-1 0-1,1 0 1,-1 0 0,0 0-1,0 0 1,0 0 0,0 0 0,0 0-1,0 0 1,0 1 0,0-1-1,-1 0 1,1 1 0,-1-1-1,1 1 1,-1 0 0,0 0-1,0-1 1,-3-1 0,-6 0 146,0-1 1,1 1-1,-2 1 1,1 0-1,0 1 1,0 0 0,-1 0-1,1 1 1,0 1-1,-22 3 1,31-3-133,-1 0 1,0 0 0,1 0-1,-1 1 1,1-1 0,0 1 0,-1-1-1,1 1 1,0 0 0,0 0-1,0 0 1,0 0 0,0 0-1,1 1 1,-1-1 0,0 0 0,1 1-1,0-1 1,0 1 0,0-1-1,0 1 1,0 0 0,0 0-1,0 3 1,0-1-30,0 0-1,0 0 1,1 0-1,0 0 1,0 0 0,0 0-1,1 1 1,-1-1-1,1 0 1,0 0-1,1-1 1,-1 1-1,3 6 1,0-6-4,0 1 0,0-1 0,0 0 0,0 0 0,1-1 0,0 1 0,0-1 0,0 0 0,1-1 0,-1 1 0,1-1 0,0 0 0,0 0 0,0-1 0,0 1 0,0-2 0,7 3 0,3-1-1,0 0-1,-1-1 0,1-1 0,0 0 1,0-1-1,18-2 0,-24 0-56,1-1 0,0 0 1,0 0-1,-1-1 0,0 0 0,0-1 0,0 0 0,0-1 1,-1 0-1,0 0 0,0-1 0,-1 0 0,9-10 1,-3 2-444,-1 0 0,0 0 0,-1-2 0,-1 1 0,-1-1 0,13-27 1,-20 34-570,1 1 0,-1-1 0,3-14 0,-3-21-6628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1.6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227 124 10725,'0'0'6912,"-19"-17"-6090,-63-52-342,76 63-347,-1 1 0,0 0-1,0 1 1,-1-1 0,-10-4 0,15 8-1,1 1 0,-1-1-1,1 1 1,-1-1 0,1 1 0,-1 0 0,0 0 0,1 0 0,-1 0 0,1 0 0,-1 1 0,1-1 0,-5 2 0,6-1-95,0 0 0,-1 0-1,1-1 1,0 1 0,-1 1-1,1-1 1,0 0 0,0 0-1,0 0 1,0 1 0,0-1-1,0 0 1,0 1 0,1-1-1,-1 1 1,0-1 0,1 1-1,-1-1 1,1 1 0,-1 2-1,-5 37 16,5-32-12,-3 30-18,2 1 0,5 62 1,-3-100-26,0 0 1,1 0 0,0 1-1,-1-1 1,1 0 0,0 0 0,0 0-1,0 0 1,0 0 0,0 0-1,0 0 1,1-1 0,-1 1 0,1 0-1,-1-1 1,1 1 0,0-1-1,0 1 1,-1-1 0,1 0-1,0 0 1,0 0 0,0 0 0,0 0-1,0 0 1,1 0 0,-1-1-1,0 1 1,0-1 0,0 0 0,1 1-1,-1-1 1,0 0 0,0 0-1,1-1 1,-1 1 0,0 0-1,0-1 1,0 1 0,1-1 0,-1 0-1,0 0 1,0 0 0,0 0-1,0 0 1,0 0 0,0 0-1,-1-1 1,4-2 0,4-6 11,0-1 0,-1-1 0,0 0 0,-1 0 0,0 0 0,-1-1 0,0 1 0,-1-2 0,-1 1 0,5-22 0,-9 35 14,0-1 0,0 1-1,1 0 1,-1 0 0,0 0 0,0 0 0,0-1 0,0 1 0,0 0 0,1 0 0,-1 0 0,0 0 0,0-1 0,0 1 0,0 0 0,1 0 0,-1 0 0,0 0 0,0 0 0,1 0 0,-1 0-1,0 0 1,0 0 0,0 0 0,1 0 0,-1 0 0,0 0 0,0 0 0,1 0 0,-1 0 0,0 0 0,0 0 0,0 0 0,1 0 0,-1 0 0,0 0 0,0 0 0,0 0 0,1 0-1,-1 0 1,0 1 0,0-1 0,0 0 0,1 0 0,-1 0 0,0 0 0,0 1 0,0-1 0,0 0 0,0 0 0,1 0 0,-1 0 0,0 1 0,0-1 0,0 0 0,0 0 0,0 1 0,0-1-1,0 0 1,0 0 0,0 1 0,13 16-236,-11-15 314,7 10-57,0 0 0,1-1 1,0 0-1,17 13 1,-22-20-241,0 0 0,0-1 0,0 0 1,1 0-1,-1 0 0,1-1 0,0 1 1,0-1-1,0-1 0,0 1 0,0-1 1,0 0-1,9 0 0,15-1-4732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1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13718,'0'0'7428,"-5"1"-7386,5-1-45,-1 0 0,1 0 0,-1 0 0,0 0 0,1 0-1,-1 0 1,1 0 0,-1 0 0,1 1 0,-1-1 0,1 0 0,-1 0-1,1 0 1,-1 1 0,1-1 0,-1 0 0,1 1 0,-1-1 0,1 0-1,-1 1 1,1-1 0,0 1 0,-1-1 0,1 1 0,0-1 0,-1 1-1,1-1 1,0 1 0,-1-1 0,1 1 0,0-1 0,0 1-1,0-1 1,0 1 0,0 0 0,0-1 0,-1 1 0,2 2-1,0-1 1,-1 0 0,1 0 0,0 1-1,0-1 1,0 0 0,0 0 0,0 0-1,1 0 1,1 2 0,6 6 2,0 0 1,1 0-1,15 11 1,-7-10-20,0 0 0,1-1-1,-1-1 1,2-1 0,33 9 0,1 2-155,-53-19 172,1 0 0,-1 1 0,0-1 0,0 1 1,1 0-1,-1-1 0,0 1 0,0 0 0,0 0 0,0 0 0,0 0 1,0 0-1,0 0 0,0 0 0,0 0 0,-1 0 0,1 0 0,0 0 1,-1 0-1,1 1 0,-1-1 0,1 0 0,0 3 0,-1-1 2,0-1-1,0 1 1,0-1 0,-1 1-1,1 0 1,-1-1 0,1 1-1,-1-1 1,0 1-1,0-1 1,-2 4 0,-3 4 17,0 0 1,-1 0-1,0-1 1,-11 10-1,-67 66 190,84-84-1679,1-6-3761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2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19513,'0'0'3906,"31"99"-4066,12-9 208,3 14 80,-3 2 96,-5-7-112,-5-17-48,-4-28-64,-6-20 0,-7-19-32,-3-15-1233,-11-26-15414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2.6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0 217 18520,'0'0'5395,"93"-71"-5443,-31 25-80,-4-5-2609,-10 3-4899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2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15927,'0'0'7684,"7"19"-7692,98 275 83,-88-240-56,4 18 15,3 0 1,52 105-1,-74-172-38,26 40 9,-26-42-21,0 0 1,1 0-1,-1-1 0,1 1 1,0-1-1,-1 1 1,1-1-1,0 0 0,1 0 1,-1 0-1,5 2 0,-8-4-31,1 0 0,-1 0 0,1 0 0,-1 0 0,0 0 0,1 1 0,-1-1 0,1 0 0,-1 0 0,1 0 0,-1 0 0,1-1 0,-1 1 0,1 0 0,-1 0 0,1 0 0,-1 0 0,1 0 0,-1-1 0,0 1 0,1 0 0,-1 0 0,1-1 0,-1 1 0,0 0 0,1 0 0,-1-1 0,0 1 0,1 0 0,-1-1 0,0 1 0,0-1 0,1 1 0,-1 0 0,0-1 0,0 1 0,0-1 0,1 1 0,-1-1 0,0 1 0,0-1 0,0 1 0,0-1 0,0 1-1,0-1 1,0 0 0,-1-25-3474,1 25 3170,-7-35-8312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3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55 319 15239,'0'0'4362,"-9"-16"-2977,-25-55-676,31 66-693,1-1-1,1 0 0,-1 0 1,1 0-1,0 0 0,0-1 0,1 1 1,0 0-1,0 0 0,0 0 1,1 0-1,0-1 0,0 1 1,0 0-1,1 0 0,0 1 1,0-1-1,1 0 0,0 1 1,0-1-1,0 1 0,0 0 0,1 0 1,0 0-1,0 0 0,8-7 1,-3 5-25,0-1 0,0 1 0,1 1 0,0 0 0,0 0 0,1 1 0,-1 0 0,1 1-1,0 0 1,1 1 0,-1 0 0,15-1 0,-20 3 7,0 1-1,0-1 1,0 1-1,0 0 1,0 1-1,0-1 1,0 1-1,0 1 1,0-1-1,-1 1 1,1 0-1,9 4 1,-12-3 0,1-1 1,-1 1-1,0 0 1,0 0-1,0 0 1,0 0-1,-1 1 1,1-1-1,-1 1 1,0 0-1,0 0 1,0-1-1,0 1 1,-1 0-1,0 1 1,0-1-1,0 0 1,1 6-1,0 9 36,0 0 0,-1 0 0,-1 0 1,0 1-1,-2-1 0,0 0 0,-1 0 0,-1-1 0,-1 1 1,-1-1-1,0 0 0,-1 0 0,-1 0 0,-15 22 0,5-16-124,18-24 60,0 0 1,0 0 0,0 1 0,0-1 0,0 0 0,0 0 0,0 0-1,0 0 1,0 0 0,-1 1 0,1-1 0,0 0 0,0 0 0,0 0-1,0 0 1,0 0 0,0 0 0,-1 0 0,1 0 0,0 0 0,0 0-1,0 0 1,0 1 0,-1-1 0,1 0 0,0 0 0,0 0 0,0 0-1,0 0 1,-1 0 0,1 0 0,0-1 0,0 1 0,0 0 0,0 0-1,-1 0 1,1 0 0,0 0 0,0 0 0,0 0 0,0 0 0,0 0-1,-1 0 1,1 0 0,0-1 0,0 1 0,0 0 0,0 0 0,0 0-1,0 0 1,-1 0 0,1 0 0,0-1 0,0 1 0,0 0 0,0 0-1,0 0 1,0 0 0,0-1 0,0 1 0,0 0 0,0 0 0,0 0-1,0-1 1,-1-16-3015,1 13 1678,0-51-11864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3.6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97 16616,'0'0'3548,"0"9"-3505,0-3-42,1-1 1,0 1-1,0-1 1,0 0 0,0 1-1,1-1 1,0 0 0,0 0-1,0 0 1,1 0-1,0 0 1,0-1 0,0 1-1,0-1 1,1 0 0,0 0-1,0 0 1,0 0-1,0-1 1,0 1 0,1-1-1,8 4 1,-9-4-16,0-1 0,0 0 1,0-1-1,1 1 0,-1-1 0,0 0 0,1 0 0,-1 0 1,9 0-1,-12-1 10,1 0 0,-1 0-1,0 0 1,1 0 0,-1 0 0,0-1 0,1 1-1,-1 0 1,0-1 0,1 1 0,-1-1 0,0 1 0,0-1-1,0 0 1,0 0 0,1 1 0,-1-1 0,0 0 0,0 0-1,0 0 1,-1 0 0,1 0 0,0 0 0,0 0-1,-1-1 1,1 1 0,0 0 0,-1 0 0,1 0 0,-1-1-1,1 1 1,-1 0 0,0-3 0,1-4 23,0 1 1,-1-1 0,0 0-1,-1 0 1,0 0-1,0 1 1,0-1 0,-1 0-1,-1 1 1,1 0 0,-1-1-1,0 1 1,0 0-1,-1 0 1,0 1 0,-1-1-1,1 1 1,-1 0-1,0 0 1,-1 0 0,1 1-1,-1 0 1,0 0 0,-1 0-1,1 1 1,-1 0-1,0 0 1,0 1 0,0 0-1,0 0 1,-1 0-1,1 1 1,-1 0 0,1 1-1,-1 0 1,-9-1-1,16 2-33,0 0 0,0 0 0,0 1 0,0-1 0,0 0-1,0 0 1,-1 1 0,1-1 0,0 1 0,0-1 0,1 1-1,-1-1 1,0 1 0,0-1 0,0 1 0,0 0 0,0 0-1,1-1 1,-1 1 0,0 0 0,0 0 0,1 0 0,-1 0 0,1 0-1,-1 0 1,1 0 0,-1 0 0,1 0 0,0 0 0,0 0-1,-1 0 1,1 2 0,0-1-279,-1 0 0,1 0 0,0 0 1,0 0-1,1 0 0,-1 0 0,0 0 0,1 0 0,-1 0 1,1 0-1,-1 0 0,1 0 0,0 0 0,0 0 0,0-1 1,0 1-1,3 3 0,19 10-7407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4.0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1 10053,'0'0'11829,"-8"13"-11685,6-10-140,-2 3 4,-1 1 0,1-1 0,0 1 0,1 0 0,0 0 0,0 0 1,0 1-1,1-1 0,0 0 0,1 1 0,0 0 0,0-1 0,0 1 0,1 0 0,0 0 0,3 15 0,-1-16-6,0 0-1,1 0 0,0 0 0,0 0 0,1-1 1,0 1-1,0-1 0,1 0 0,-1 0 0,1 0 1,0 0-1,10 7 0,3 0-181,1 0 0,37 18 0,-37-21-104,-16-9 254,-1 0 0,1 1 0,-1-1 0,1 1-1,-1 0 1,0 0 0,0-1 0,0 1 0,0 1 0,0-1 0,0 0 0,0 0-1,-1 1 1,1-1 0,-1 1 0,1-1 0,-1 1 0,0 0 0,0-1 0,-1 1-1,1 0 1,0 0 0,-1 5 0,0-4 31,0 0-1,-1 1 1,0-1 0,0 0 0,0 1-1,-1-1 1,1 0 0,-1 0-1,0 0 1,0 0 0,0-1 0,-1 1-1,0 0 1,-4 4 0,-8 9-193,0 0 0,-26 20 0,38-35-3629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4.4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14391,'0'0'8033,"-11"14"-7983,-1 1-63,-18 31 0,29-43 8,-1-1 1,1 1-1,0 0 1,0 0 0,1 0-1,-1 0 1,1-1-1,-1 1 1,1 0 0,0 0-1,0 0 1,0 0 0,1 0-1,-1 0 1,1 0-1,-1 0 1,1 0 0,0-1-1,0 1 1,0 0-1,3 4 1,1 0-5,0 1 1,1-1-1,0 0 1,13 12-1,-16-16 10,12 9-48,0-1 0,1 0 0,0-1 0,1-1 0,31 13 0,-8-3-295,-37-18 332,-1 0 0,1 1 0,-1-1 0,1 1 1,-1-1-1,0 1 0,0 0 0,0 0 0,0 0 1,0 0-1,0 0 0,-1 1 0,1-1 0,-1 1 1,1-1-1,-1 1 0,0-1 0,0 1 0,0 0 1,0-1-1,-1 1 0,1 0 0,-1 0 0,1-1 1,-1 1-1,0 0 0,0 0 0,-1 0 0,1 0 1,0-1-1,-1 1 0,0 0 0,0 0 0,1-1 1,-1 1-1,-2 2 0,-4 11 98,-1-1 1,0-1-1,-1 1 1,-17 20-1,22-29-55,-3 3-374,-10 13 934,11-7-5842,8-23-4188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4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19785,'0'0'4053,"6"3"-4035,1 2-14,1 0 0,-1 0 0,0 1 0,0 0 0,0 0 1,-1 1-1,0 0 0,0 0 0,-1 0 0,0 1 0,0-1 0,0 1 0,3 12 0,7 17 51,18 71 1,-14-45-18,-16-60-161,-2-12-942,-3-20-4409,-4-12-9957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5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19 16087,'0'0'6627,"-21"-18"-8243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5.4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6 18312,'0'0'8762,"-5"-2"-8581,-7-1-182,12 9-30,24 24-51,5 6 81,0 15 18,-2 1 0,-2 1 0,33 104-1,-4-8 11,-42-124 51,-12-25-73,0 0-1,0 0 1,0 0-1,0-1 0,0 1 1,0 0-1,0 0 1,0 0-1,0 0 0,0 0 1,0 0-1,0 0 1,1 0-1,-1 0 0,0 0 1,0 0-1,0 0 1,0 0-1,0 0 0,0 0 1,0 0-1,0 0 1,0 0-1,0 0 0,0 0 1,1 0-1,-1 0 1,0 0-1,0 1 0,0-1 1,0 0-1,0 0 1,0 0-1,0 0 0,0 0 1,0 0-1,-16-41 230,6 24-248,1-1 0,1 0 0,1-1 1,0 0-1,-4-24 0,9 37 9,1-1-1,0 1 1,1 0-1,-1-1 1,1 1-1,0 0 1,1-1-1,-1 1 1,1 0-1,1-1 1,-1 1-1,1 0 1,0 0-1,1 0 1,-1 0 0,1 1-1,0-1 1,0 1-1,1-1 1,5-5-1,-3 5-13,0 1-1,0 0 1,0 0 0,0 1-1,1-1 1,0 1 0,0 1-1,0 0 1,1 0-1,-1 0 1,1 1 0,-1 0-1,1 0 1,0 0 0,8 1-1,-11 1 1,-1 0 0,0 0-1,1 0 1,-1 1 0,0-1-1,1 1 1,-1 0 0,0 1-1,0-1 1,0 1 0,0 0 0,0 0-1,0 0 1,-1 0 0,1 1-1,-1-1 1,1 1 0,-1 0 0,0 0-1,0 0 1,0 1 0,0-1-1,-1 1 1,0-1 0,1 1-1,-1 0 1,-1 0 0,3 6 0,1 3-7,-2 1 1,0 0 0,0 0 0,-1 0 0,-1 0-1,-1 1 1,0-1 0,0 0 0,-2 0 0,1 0 0,-2 0-1,0 0 1,-1 0 0,0 0 0,-1-1 0,0 0-1,-1 0 1,-1 0 0,0-1 0,-1 0 0,0 0-1,-1-1 1,0 0 0,-16 14 0,19-19-150,-1 0 0,0-1 1,0 0-1,-9 4 0,14-7-148,-1-1-1,1 0 0,0 0 1,-1 0-1,1 0 1,0 0-1,-1-1 0,1 1 1,-1-1-1,1 0 1,-1 0-1,1 0 1,-1 0-1,0 0 0,1 0 1,-1 0-1,1-1 1,-5-1-1,-11-13-7989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5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0 12694,'0'0'12021,"-14"2"-12101,45 58 80,8 20 80,3 13 96,-5 6-144,-4-6-16,-4-13-32,-2-18 0,-2-25-832,0-28-1569,-7-9-2417,-3-22-11526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124 13 19241,'0'0'1571,"7"15"-1501,22 49 18,-28-62-86,0 0 1,0 0-1,0 0 0,0 0 1,0 0-1,1-1 1,-1 1-1,1 0 1,-1-1-1,1 1 1,-1-1-1,1 1 1,0-1-1,0 0 1,0 0-1,0 0 1,0 0-1,0 0 1,0 0-1,0 0 0,0-1 1,0 1-1,0-1 1,0 0-1,0 1 1,1-1-1,-1 0 1,0 0-1,0-1 1,4 1-1,-4-1 7,0 0 1,0 0-1,0 0 0,-1 0 1,1 0-1,0 0 0,0-1 1,0 1-1,-1 0 0,1-1 1,-1 1-1,1-1 0,-1 0 1,0 0-1,0 1 0,1-1 1,-1 0-1,-1 0 0,1 0 0,0 0 1,0 0-1,-1 0 0,1 0 1,0-4-1,-1 3 19,1 1 0,-1-1-1,0 0 1,1 1 0,-1-1 0,0 0 0,-1 0-1,1 1 1,0-1 0,-1 0 0,0 1-1,1-1 1,-1 1 0,0-1 0,0 1 0,-1-1-1,1 1 1,0-1 0,-1 1 0,0 0 0,1 0-1,-1 0 1,0 0 0,0 0 0,0 0-1,0 1 1,0-1 0,-1 1 0,1-1 0,0 1-1,-1 0 1,1 0 0,-1 0 0,0 0 0,1 0-1,-1 1 1,1-1 0,-1 1 0,0-1-1,-4 1 1,0-1 102,-1 0 0,1 1-1,0-1 1,-1 2 0,1-1-1,-1 1 1,1 0 0,0 0-1,-13 4 1,15-3-74,1 1 0,-1-1 1,1 1-1,-1 0 0,1 0 0,0 0 0,0 0 1,0 1-1,0 0 0,1 0 0,-1 0 0,1 0 1,0 0-1,-4 8 0,1 2-7,-1 0 1,2 1-1,0 0 0,1 0 1,0 0-1,1 0 0,1 1 1,0-1-1,1 1 0,1 0 1,0-1-1,1 1 1,5 20-1,-5-31-50,0-1 0,1 1 0,0 0 0,0-1 0,0 1 0,0-1 0,1 1 0,-1-1 0,1 0-1,0 0 1,1 0 0,-1-1 0,1 1 0,0-1 0,-1 0 0,1 0 0,1 0 0,-1 0 0,0-1 0,1 0 0,-1 0 0,1 0 0,0 0 0,0-1 0,-1 1 0,1-1 0,7 0 0,-2 0-3,-1 0 0,1-1 0,0 0 0,0-1 1,-1 0-1,1 0 0,0-1 0,-1-1 0,1 1 0,-1-2 1,0 1-1,0-1 0,11-7 0,6-6-93,-1-2-1,-1-1 1,-1-1 0,0-1-1,-2-1 1,-1-1 0,0 0-1,-2-2 1,15-28-1,-30 48-364,0 0 0,0-1 0,0 0 0,2-12 0,-3-13-4292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6.6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58 10597,'0'0'13697,"-14"-13"-13254,-2-3-397,-15-12-38,29 28-16,4 5-1,18 25-10,4 8 17,0 1-1,-3 1 0,31 79 1,29 138-1,2 4 3,-78-246-1,1-1 1,1 0-1,0-1 0,0 0 1,20 25-1,-25-36 1,0 1-1,0-1 1,1 1 0,-1-1-1,1 0 1,-1 0 0,1 0-1,0 0 1,0-1-1,0 1 1,0-1 0,0 0-1,0 0 1,0 0 0,0 0-1,1 0 1,-1 0 0,0-1-1,0 0 1,1 0 0,-1 0-1,0 0 1,1 0 0,-1-1-1,0 1 1,1-1-1,-1 0 1,0 0 0,0 0-1,0 0 1,0-1 0,0 1-1,3-3 1,8-7-61,0-1-1,-1 0 1,-1-1 0,0-1-1,0 0 1,16-27-1,-9 13-959,18-39-1,-9 2-3337,-9-5-6892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6.9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0 280 17544,'0'0'3794,"125"-119"-3794,-59 67-304,-6-2-3186,-12 0-6499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7.3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11 288 12934,'0'0'8110,"5"20"-8078,-1-3-62,39 143 500,-35-136-117,1 1 0,1-1-1,1-1 1,27 42 0,-38-65-385,0 0 0,-1-1 0,1 1 0,1-1 1,-1 1-1,0 0 0,0-1 0,0 1 0,0-1 0,0 1 0,0 0 1,0-1-1,0 1 0,1-1 0,-1 1 0,0 0 0,0-1 0,1 1 0,-1 0 1,0-1-1,0 1 0,1 0 0,-1 0 0,0-1 0,1 1 0,-1 0 0,0 0 1,1-1-1,-1 1 0,1 0 0,-1 0 0,0 0 0,1 0 0,-1 0 1,1 0-1,-1-1 0,0 1 0,1 0 0,-1 0 0,1 0 0,-1 0 0,1 1 1,-1-1-1,0 0 0,1 0 0,-1 0 0,1 0 0,-1 0 0,0 0 0,1 1 1,-1-1-1,0 0 0,1 0 0,-1 1 0,0-1 0,1 0 0,-1 0 1,0 1-1,1-1 0,-1 0 0,0 1 0,0-1 0,0 0 0,1 1 0,-1-1 1,0 1-1,0 0 0,4-43-3679,-3 34 2554,1-49-6668</inkml:trace>
  <inkml:trace contextRef="#ctx0" brushRef="#br0" timeOffset="1">15 1 13718,'0'0'9557,"-14"0"-10822,16 0-1856,6 0-4163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8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0 293 19449,'0'0'2140,"1"17"-2122,-1-2-16,-1-5-2,1 0 0,1 0 0,0 0 1,0 0-1,1 0 0,0 0 0,0-1 0,1 1 0,6 12 0,-4-11 2,8 14 43,-2 1-1,0 0 0,-2 1 1,6 28-1,-28-110 463,5 24-476,1-1 0,-3-44 0,8 55 15,2 0 1,0 1-1,1-1 0,1 0 0,7-26 0,-8 43-51,0 0 0,0-1 0,1 1 0,0 0 0,0 0 0,0 0 0,0 0 0,0 0 0,1 0 0,0 1 0,0-1 0,0 1 0,0 0 0,1 0 0,-1 0 1,1 0-1,-1 1 0,1-1 0,0 1 0,0 0 0,0 0 0,0 1 0,1-1 0,-1 1 0,0 0 0,1 0 0,-1 0 0,1 0 0,-1 1 0,8 0 0,-7 1-4,0-1 0,0 1-1,0 1 1,-1-1 0,1 1 0,0 0-1,-1 0 1,1 0 0,-1 0 0,0 1-1,0 0 1,0 0 0,0 0 0,0 0-1,-1 0 1,1 1 0,-1 0 0,0 0-1,0 0 1,0 0 0,-1 0 0,4 7-1,5 11 3,-1 0-1,-1 1 1,7 25-1,-16-47 8,6 19 0,0 1-1,-1 0 1,-2 1-1,3 41 1,-14-66 221,2-3-183,1-1 1,1 0-1,-1 0 1,1 0-1,0-1 1,0 1-1,1-1 1,-4-16-1,0-1 12,-5-44 0,8 36-28,1 0 1,1-1 0,4-33 0,-1 58-4,0 0 0,0 0 0,1 0 0,0 0 0,0 0 1,1 0-1,0 1 0,1-1 0,0 1 0,0 0 0,1 0 0,0 0 1,0 1-1,1 0 0,12-13 0,-16 18-16,0 0 0,0 1 0,0-1 0,1 1-1,-1-1 1,1 1 0,-1 0 0,1-1 0,-1 2 0,1-1 0,0 0-1,0 0 1,-1 1 0,1-1 0,0 1 0,0 0 0,-1 0 0,1 0-1,4 1 1,-3 0-2,-1 0-1,1 1 0,0-1 0,-1 1 0,0 0 1,1 0-1,-1 0 0,0 0 0,0 1 1,0-1-1,0 1 0,3 4 0,4 7 11,0-1-1,-1 2 1,-1-1-1,-1 1 0,8 19 1,-6-8 190,-1 0 1,-2 0-1,4 30 1,10 39 729,-20-95-931,0 0 1,0 1 0,0-1 0,0 0 0,0 1 0,0-1 0,0 1-1,0-1 1,0 0 0,0 1 0,0-1 0,0 1 0,0-1 0,0 0-1,1 1 1,-1-1 0,0 0 0,0 1 0,0-1 0,1 0 0,-1 1-1,0-1 1,0 0 0,1 0 0,-1 1 0,0-1 0,1 0 0,-1 0-1,0 1 1,1-1 0,-1 0 0,0 0 0,1 0 0,-1 0-1,1 0 1,-1 0 0,0 1 0,1-1 0,-1 0 0,0 0 0,1 0-1,-1 0 1,1 0 0,-1-1 0,0 1 0,1 0 0,-1 0 0,1 0-1,-1 0 1,0 0 0,1 0 0,-1-1 0,0 1 0,1 0 0,-1 0-1,0 0 1,1-1 0,-1 1 0,0 0 0,0-1 0,1 1 0,-1 0-1,0 0 1,1-1 0,14-23-24,50-128-3990,-44 96-1507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8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86 129 20057,'0'0'3762,"5"2"-3887,24 6 68,-14-4-196,0 1 0,0-2 0,0 0 1,18 0-1,-32-3 223,0 0 1,0 0-1,0 0 1,0 0-1,-1 0 0,1 0 1,0 0-1,0 0 1,0 0-1,-1-1 0,1 1 1,0 0-1,0-1 1,-1 1-1,1 0 1,0-1-1,-1 1 0,1-1 1,0 1-1,-1-1 1,1 0-1,-1 1 0,1-1 1,-1 1-1,1-1 1,-1 0-1,1-1 1,0 0 16,-1 0 0,1 1 0,-1-1 0,0 0 0,0 0 0,0 0 0,0 0 0,0 0 1,-1 1-1,1-1 0,-1-4 0,-1 1 27,0-1 0,0 1-1,-1 0 1,1 0 0,-1 0 0,0 0 0,-6-7 0,1 5 117,-1 0 1,1 0-1,-1 0 1,0 1-1,-1 1 1,0 0-1,1 0 1,-2 1-1,1 0 1,0 0-1,-1 1 1,0 1-1,1 0 1,-1 0-1,0 1 1,-16 1-1,26 0-120,0 0 1,0 0-1,1 0 0,-1 0 0,0 0 0,0 1 0,1-1 1,-1 0-1,0 1 0,1-1 0,-1 0 0,0 1 1,1-1-1,-1 1 0,0-1 0,1 1 0,-1-1 1,1 1-1,-1-1 0,1 1 0,-1 0 0,1-1 0,0 1 1,-1 0-1,1 1 0,-6 25 68,6-16-74,0 1 0,1-1 0,3 14 0,1-9-1,0-1 0,1 1 0,1-1 0,0-1 0,1 1 0,0-1 0,13 16 0,-6-11-6,0-1 0,1 0 1,1-1-1,26 20 1,-39-34-3,-1 0 1,1 0-1,1 0 0,-1 0 1,0-1-1,1 0 0,-1 0 1,1 0-1,-1-1 1,1 1-1,0-1 0,0 0 1,0-1-1,-1 1 1,1-1-1,0 0 0,0 0 1,0 0-1,0-1 0,0 1 1,0-1-1,-1-1 1,1 1-1,0-1 0,-1 1 1,1-1-1,-1-1 1,1 1-1,-1-1 0,7-5 1,2-7-84,-1 0 0,-1 0 0,0-2 0,-1 1 0,-1-1 0,0-1 0,-1 1 0,-2-1 0,1-1 0,-2 1 0,-1-1-1,4-23 1,-8 32-5059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8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42 24763,'0'0'5715,"-8"-41"-5907,12 41-3794,6 17 160,3-2-3121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9.4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114 793 10165,'0'0'12221,"-16"6"-10577,-82 29 1992,110-41-3559,0 1-1,-1-1 1,0-1 0,0 0 0,-1-1-1,11-10 1,10-6 16,370-304 1192,18-14-81,-302 261-1052,-115 80 979,-2 10-2305,0-1 773,-1-1-1,-1 0 1,1 1-1,-1-1 1,0 0 0,-1 0-1,0 0 1,-6 11-1,-2 1-2676,-24 33-1,1-11-3478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5:59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1093 9893,'0'0'11431,"-8"4"-9966,-27 13-59,27-12 1804,8-10-3006,1 1 0,0-1 0,0 1 0,1 0 0,0 0 0,-1 0 0,1 0 0,0 0 0,1 0 0,-1 0 0,1 1 0,0-1 0,0 1 0,0 0 0,5-5 0,8-10 48,91-101 80,184-161 1,145-76 328,-211 178-141,-203 159-520,51-36 0,-69 53 0,-2 1 0,0 1 0,-2-12-5186,0 0-2322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0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18985,'0'0'688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1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23 14791,'0'0'8638,"0"4"-8563,-7 161-39,-41 225 0,42-348-39,5-33 49,1-7-6,0-6 80,2-50 332,2 0-1,18-87 1,39-102-524,-47 193 203,-8 22-14,-4 19 132,0 0 0,0 0 1,1 1-1,7-17 0,-9 25 231,6 11-514,121 284 22,-32-68 13,-87-211-1220,-7-35-6726,-2-12-4295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1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 20409,'0'0'3090,"133"-32"-3058,-63 10-32,-3-3-2433,-11 3-4979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18344,'0'0'3389,"2"23"-3221,1 7-148,8 120 16,-10 50 543,-1-261-7246,0 21-3968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4 244 17976,'0'0'4864,"-1"-20"-4021,-2-64-283,4 77-539,0 1 0,0 0 0,0 0 0,1 0 0,0 0-1,0 0 1,1 0 0,0 0 0,0 1 0,0-1 0,0 1 0,1 0 0,0 0 0,0 0 0,1 0-1,-1 1 1,1 0 0,0 0 0,0 0 0,0 0 0,0 1 0,1 0 0,11-5 0,-13 6-30,1 0 1,-1 0 0,1 0-1,-1 1 1,1-1 0,0 1-1,0 0 1,0 0-1,-1 1 1,1 0 0,0 0-1,0 0 1,0 0 0,0 0-1,0 1 1,0 0 0,-1 0-1,1 1 1,0-1 0,-1 1-1,1 0 1,-1 0-1,0 1 1,1-1 0,-1 1-1,0 0 1,-1 0 0,1 0-1,0 1 1,4 5 0,-1 0-15,0 1 1,-1 0-1,0 1 1,-1 0-1,0-1 1,-1 2 0,0-1-1,-1 0 1,0 1-1,0-1 1,0 20-1,1 5-62,-4 69 0,-1-93 71,-1 0 1,0 0-1,0 0 0,-1 0 0,0 0 0,-1-1 0,-1 1 0,0-1 0,-9 15 0,13-24 77,-1 1-1,0-1 1,1 0 0,-1 0-1,0 0 1,0 0 0,0 0-1,-1 0 1,1 0 0,0-1 0,-1 1-1,1-1 1,-1 0 0,1 0-1,-1 0 1,0 0 0,1 0-1,-1 0 1,0-1 0,0 1 0,-4-1-1,7 0-31,-1 0 0,1 0 0,-1 0-1,1-1 1,0 1 0,-1 0 0,1 0-1,-1 0 1,1-1 0,0 1 0,-1 0 0,1-1-1,0 1 1,0 0 0,-1 0 0,1-1-1,0 1 1,0-1 0,-1 1 0,1 0 0,0-1-1,0 1 1,0 0 0,-1-1 0,1 1-1,0-1 1,0 1 0,0-1 0,0 1 0,0 0-1,0-1 1,0 1 0,0-1 0,0 0-1,2-19 66,-2 17-50,2-3-51,0-1 1,0 1-1,0 0 0,1 0 0,0 1 0,0-1 0,0 0 0,1 1 0,-1 0 0,1 0 0,1 0 0,-1 0 0,1 1 0,0-1 0,0 1 0,0 1 0,10-7 0,-9 6-18,1 1 1,-1-1-1,0 1 0,1 1 1,0-1-1,-1 1 0,1 1 1,0-1-1,0 1 0,0 0 1,0 0-1,0 1 0,0 0 1,0 1-1,1-1 0,9 3 1,-13-1 11,-1-1 0,0 1 1,1 0-1,-1 0 0,0 1 1,0-1-1,0 1 0,0-1 1,0 1-1,-1 0 0,1 0 0,-1 0 1,0 0-1,0 1 0,0-1 1,0 1-1,-1-1 0,1 1 1,-1-1-1,0 1 0,0 0 1,0 0-1,0 6 0,1 6 3,0 0-1,-2 1 1,0-1-1,-2 21 1,0-26 21,0-1 0,0 1 0,-1-1-1,0 1 1,-1-1 0,-1 0 0,1 0 0,-1-1 0,-1 0 0,0 0 0,0 0 0,-1 0 0,-8 8 0,9-11-17,0 0 1,-1-1 0,0 1 0,0-1-1,0 0 1,0-1 0,-1 0-1,1 0 1,-1 0 0,0-1 0,0 0-1,-1-1 1,1 0 0,-1 0 0,1-1-1,-16 1 1,22-2-130,0 0 0,0 0 0,0 0-1,0 0 1,1 0 0,-1 0 0,0-1 0,0 1 0,0 0-1,1-1 1,-1 0 0,0 1 0,0-1 0,1 0 0,-1 0-1,1 0 1,-1 0 0,1 0 0,-1 0 0,1-1-1,0 1 1,-1 0 0,1-1 0,0 1 0,0-1 0,0 1-1,0-1 1,0 0 0,1 1 0,-1-1 0,0 0-1,1 1 1,-1-1 0,1 0 0,0 0 0,-1-2 0,-3-45-7767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2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99 17144,'0'0'5637,"-21"-16"-4746,-68-50-72,86 64-765,0 0 0,0 0-1,0 0 1,0 1 0,0-1 0,0 1-1,-1 0 1,1 0 0,0 0 0,-1 1-1,-5-2 1,7 3-39,1-1 0,-1 0 0,0 0 0,1 1 0,-1-1 0,1 0 0,-1 1-1,1 0 1,-1-1 0,1 1 0,-1 0 0,1 0 0,0 0 0,-1 0 0,1 0 0,0 0 0,-2 2 0,0 2-7,-1 0 0,1 1-1,1-1 1,-1 1 0,1 0 0,0 0 0,0-1 0,-1 11 0,1-8 13,-5 32-12,1 0 0,3 1 0,2 60 1,1-83-10,-1 3 19,2 1 0,1-1-1,0 0 1,2 0-1,11 39 1,-13-54-42,0-1 1,0 1-1,1-1 0,-1 0 1,1 0-1,0 0 0,1 0 0,-1 0 1,1-1-1,0 1 0,0-1 1,0 0-1,1 0 0,0-1 0,-1 1 1,1-1-1,0 0 0,1 0 1,-1-1-1,0 0 0,1 0 0,-1 0 1,1 0-1,0-1 0,0 0 1,6 1-1,-3-2-109,-1-1 0,1 0-1,-1 0 1,0-1 0,0 0 0,0 0 0,0-1 0,0 0 0,0 0 0,0-1 0,-1 0 0,0 0 0,0-1-1,0 0 1,12-11 0,-1-2-810,0 0-1,-2-1 0,0-1 0,15-23 1,3-16-6507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3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9060,'0'0'15514,"0"-5"-14579,0 16-982,4 241 4,-4 211 182,-3-424-29,2-37-25,2-23-109,11-68-2365,-2 25-3799,-4 3-6642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3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5827,'0'0'16919,"6"2"-16756,41 11-193,1 3 0,-2 1 0,61 33 0,-102-47 23,1 0 0,0 1 0,-1 0 1,1 0-1,-1 0 0,0 1 0,-1-1 0,1 1 0,-1 0 0,0 1 0,0-1 0,0 1 1,-1 0-1,0-1 0,0 2 0,-1-1 0,1 0 0,-1 0 0,-1 1 0,1-1 1,-1 1-1,0 0 0,-1-1 0,1 1 0,-1 0 0,-1-1 0,1 1 0,-1-1 0,0 1 1,-4 10-1,0-4 48,0-1 0,-1 0 0,0 0 0,-1-1 1,-1 0-1,1 0 0,-2-1 0,-10 12 0,-21 27 261,35-40-476,5-8 75,1-1 1,-1 0-1,0 0 0,0 0 0,0 1 0,1-1 0,-1 0 0,0 0 1,0 0-1,1 0 0,-1 1 0,0-1 0,0 0 0,1 0 1,-1 0-1,0 0 0,1 0 0,-1 0 0,0 0 0,1 0 1,-1 0-1,0 0 0,0 0 0,1 0 0,-1 0 0,0 0 0,1 0 1,-1 0-1,0 0 0,1 0 0,-1 0 0,0-1 0,0 1 1,1 0-1,-1 0 0,0 0 0,1-1 0,22-6-7117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4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 16247,'0'0'8965,"11"7"-8920,-1-1-40,1 2 0,-1-1 0,-1 1 0,0 0 0,0 1 0,0 0 0,10 16 0,22 47 41,-30-52-44,0 1 1,1-1-1,1-1 1,30 35 0,-42-53-3,0 0 1,0 0-1,0-1 1,0 1-1,0 0 1,0 0 0,1-1-1,-1 1 1,0 0-1,0-1 1,0 1 0,1-1-1,-1 0 1,2 1-1,-2-1 3,-1 0-1,1 0 0,0 0 0,-1 0 0,1 0 1,-1-1-1,1 1 0,-1 0 0,1 0 0,-1-1 1,1 1-1,-1 0 0,1-1 0,-1 1 0,1 0 1,-1-1-1,1 1 0,-1-1 0,0 1 0,1 0 1,-1-1-1,1 0 0,1-4 13,0 1 0,-1-1 0,1 0 0,-1 0 0,0 0-1,0-5 1,1 1-10,21-217 163,6-27 504,-26 309-3150,1-15-1287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4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24315,'0'0'2457,"-1"17"-2470,7 164-25,1-15 68,-17 237-9,10-354-226,0-49 197,0 1 1,0-1-1,1 0 1,-1 1-1,0-1 1,0 0-1,0 0 1,1 1-1,-1-1 1,0 0-1,0 0 1,1 1-1,-1-1 1,0 0-1,1 0 1,-1 0-1,0 1 1,0-1-1,1 0 1,-1 0-1,0 0 1,1 0-1,-1 0 1,0 0-1,1 0 1,-1 0-1,0 0 1,1 0-1,-1 0 1,1 0-1,-1 0 1,0 0-1,1 0 1,-1 0-1,0 0 1,1 0-1,12-4-90,-4-1 4,-1 0 1,1-1 0,-1 0 0,-1 0-1,1-1 1,-1 0 0,0 0-1,9-13 1,45-69-4131,-35 42-1824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 21498,'0'0'4258,"114"-60"-4258,-68 47-32,-7 5-1569,-4 8-3633,-8 0-12599</inkml:trace>
  <inkml:trace contextRef="#ctx0" brushRef="#br0" timeOffset="1">787 170 18761,'0'0'11781,"0"-26"-11717,0 20-64,0 4-336,0 16-15191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5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8 13158,'0'0'11221,"0"-7"-10815,-23 410-505,-27 3 235,38-315-96,-3 12 99,15-103-129,0 0 0,0 0 1,0 0-1,0 0 0,0 0 1,-1-1-1,1 1 0,0 0 1,0 0-1,0 0 0,0 0 1,0 0-1,-1 0 0,1 0 1,0 0-1,0 0 0,0 0 1,0 0-1,-1 0 0,1 0 1,0 0-1,0 0 0,0 0 1,0 0-1,-1 0 0,1 0 1,0 0-1,0 0 0,0 0 0,0 0 1,-1 0-1,1 0 0,0 0 1,0 0-1,0 0 0,0 0 1,-1 0-1,1 1 0,0-1 1,0 0-1,0 0 0,0 0 1,0 0-1,0 0 0,-1 1 1,-5-32 194,2 1 1,0-1-1,2 0 1,2-38 0,1 47 156,12 29-208,7 5-144,0-1 0,1 0 0,0-1 0,1-2 0,0 0 0,0-1 0,0-2 0,36 6 0,-38-9-3,0 0 1,1-2-1,-1 0 0,1-1 0,-1-1 0,0-1 0,0-1 0,0 0 0,0-2 0,20-8 0,-14 3-132,0-1 0,-1-2-1,0 0 1,-2-2-1,38-31 1,-60 46-98,0 0 1,1-1-1,-1 0 0,0 1 1,0-1-1,1 0 0,-1 0 0,-1 1 1,1-1-1,0 0 0,0 0 1,-1 0-1,1 0 0,-1 0 0,0 0 1,1 0-1,-1 0 0,0-1 1,0 1-1,-1-3 0,1-2-1674,0-12-6568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6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23 22826,'0'0'4643,"-5"-7"-4395,4 6-247,0 0 0,0-1-1,0 1 1,0 0 0,0 0 0,0 0 0,0 0 0,0 0 0,0 0 0,-1 0 0,1 0 0,0 0 0,-1 1-1,-1-2 1,2 2-2,1 1 0,-1-1-1,1 0 1,0 0 0,-1 1-1,1-1 1,-1 0 0,1 1-1,0-1 1,-1 0 0,1 1-1,0-1 1,0 0 0,-1 1-1,1-1 1,0 1 0,0-1-1,0 0 1,0 1 0,-1-1 0,1 1-1,0-1 1,0 1 0,0-1-1,0 1 1,0-1 0,0 1-1,0-1 1,0 1 0,0-1-1,0 1 1,9 70-110,-6-53 104,23 259 100,-4-21-26,-22-252-78,1 0-1,0-1 1,0 1-1,0 0 1,0-1 0,0 1-1,1-1 1,-1 1 0,1-1-1,0 0 1,0 0-1,0 0 1,4 4 0,-4-6 0,-1 0 0,1 1 0,0-1 0,0 0 0,-1-1 0,1 1 0,0 0 0,0 0 0,0-1 0,0 1 0,0-1 0,0 0 0,0 0 0,0 1 0,0-1 0,0-1 0,0 1 0,0 0 0,0 0 0,0-1 0,0 1 0,0-1 0,0 0 0,0 1 0,0-1 0,2-1 0,5-3-24,0-1 0,-1 0 0,0 0 0,0-1 0,-1 1 1,1-2-1,-1 1 0,7-12 0,-6 10-1115,-2-1 0,1-1 0,8-18 0,-7 4-4851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22106,'0'0'5651,"89"-65"-5667,-41 48-48,-5 7-1073,-3 3-1696,-9 1-2562,-4 3-12741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7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288 602 11557,'0'0'6083,"-12"-16"-4293,-100-126 2164,109 140-3919,-3-6 438,0 1-1,0 1 0,-1-1 0,-11-7 1,17 13-419,0 0 0,0 0 1,0 0-1,-1 1 1,1-1-1,0 0 0,-1 1 1,1-1-1,0 1 1,-1-1-1,1 1 0,-1-1 1,1 1-1,-1 0 0,1 0 1,-1 0-1,1 0 1,-1 0-1,1 0 0,-1 0 1,1 1-1,-1-1 1,1 0-1,-1 1 0,1-1 1,0 1-1,-1 0 1,1-1-1,0 1 0,-1 0 1,1 0-1,0 0 0,0 0 1,0 0-1,0 0 1,0 0-1,-2 2 0,-4 9-45,0 0-1,1 1 0,0 0 0,1 0 1,1 0-1,-6 26 0,3-4-11,-3 57-1,9-81-29,-1 11 47,2 0 1,0 1-1,1-1 1,7 41-1,-7-59-26,0 0 1,1 1-1,-1-1 0,1 0 0,0 0 0,0-1 0,0 1 0,0 0 0,1-1 0,0 1 0,-1-1 0,1 0 0,6 5 0,-6-6-26,0-1 0,0 1 0,1-1 0,-1 1 0,1-1 0,-1 0 0,1 0 0,-1 0 0,1-1 0,0 1 0,-1-1 0,1 0-1,0 0 1,-1 0 0,1-1 0,-1 1 0,1-1 0,5-2 0,0 0-89,-1 0-1,0-1 1,0 0-1,0-1 1,0 0-1,-1 0 1,0-1-1,0 0 1,0 0-1,-1 0 1,0-1-1,0 0 1,0 0-1,4-10 1,7-9-383,-2 0 0,22-56 0,-25 48 408,-1 0-1,-2-2 0,-1 1 0,4-55 0,-8 25 631,-6-104 0,1 154-192,0 1 1,-1 0-1,0 0 1,-1 0-1,-1 0 0,0 0 1,-1 1-1,0-1 0,-1 1 1,-1 1-1,-10-17 1,8 21 378,5 10-197,3 18-173,1-12-477,19 344 43,-3-95 82,-13-165-69,-2-12 25,18 119-1,-19-198 46,0 1-1,0 0 1,0-1 0,0 1-1,1-1 1,-1 1 0,1 0 0,-1-1-1,1 0 1,0 1 0,-1-1 0,1 1-1,0-1 1,0 0 0,0 1 0,0-1-1,0 0 1,0 0 0,0 0 0,1 0-1,-1 0 1,0 0 0,1 0 0,1 1-1,-1-2-177,0 0-1,0 0 1,0 0-1,-1-1 1,1 1-1,0 0 0,0-1 1,0 1-1,0-1 1,0 0-1,0 0 1,0 0-1,-1 1 1,1-2-1,0 1 0,-1 0 1,1 0-1,2-3 1,6-4-3858,1 5-3778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7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26684,'0'0'6083,"0"-88"-6083,0 87-832,0 17-12807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8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9957,'0'0'5757,"4"0"-5765,115 11 139,-3 0-33,934-33 1712,-454 0-1448,800 13-330,-1124 9-24,742 29 51,-41 1-22,-972-30-39,655-8 71,-470-3-596,273-51 0,-436 58 119,-12 2-375,0 0-1,1-1 1,-2 0-1,1 0 0,11-6 1,-13-1-4961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6:48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16776,'0'0'4242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1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12374,'0'0'10690,"-1"5"-10317,-3 41 9,1 0-1,5 51 1,0-18 141,-3-15-133,0 14 264,3 0-1,23 150 0,-25-225-613,0-1-23,0 0-1,1 0 1,-1 0-1,1 0 1,-1 0-1,1 0 1,-1-1-1,1 1 1,0 0-1,0 0 1,0 0-1,0-1 1,0 1-1,1 0 1,1 1-1,-3-3 16,-7-60-8788,6 14-947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 15319,'0'0'7841,"-5"-2"-7322,5 2-518,0 0 0,0 0-1,0 0 1,0 0 0,0 0 0,0 0 0,0 0 0,0 0 0,0 0 0,0 0 0,0 0 0,0 0 0,0 0 0,0 0 0,0 0 0,0 0 0,0 0 0,0-1 0,0 1 0,0 0 0,0 0 0,0 0 0,0 0-1,0 0 1,0 0 0,0 0 0,0 0 0,0 0 0,0 0 0,0 0 0,0 0 0,0 0 0,0 0 0,0 0 0,0 0 0,0 0 0,-1 0 0,13 1 39,0 1 1,-1 0-1,1 1 1,-1 0-1,0 1 1,11 5-1,70 34 98,-82-38-125,0 1-1,0 0 1,0 0-1,-1 1 0,0 0 1,0 1-1,-1 0 0,0 0 1,-1 1-1,10 13 1,-12-14 23,-2-1 1,1 0 0,-1 1 0,0 0 0,-1 0 0,0-1-1,0 2 1,0-1 0,-1 0 0,-1 0 0,1 0 0,-1 0 0,-1 1-1,1-1 1,-4 12 0,1-9 107,0 1-1,-1-1 0,-1 0 1,0-1-1,0 1 1,-1-1-1,0 0 1,-12 14-1,5-9 27,0 0 0,-1-1-1,0 0 1,-21 14 0,33-27-157,6-5-229,57-56-5021,-18 16-2479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2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207 476 17784,'0'0'6427,"1"-13"-5931,11-79-370,-5 52-120,-2-1 0,-2 1 1,-1-1-1,-5-51 1,2 86 19,0 0 0,-1 0-1,0 1 1,1-1 0,-2 1 0,1-1 0,-1 1 0,0 0 0,0 0 0,0 0 0,-1 0 0,1 0 0,-1 1-1,-1 0 1,1 0 0,0 0 0,-1 0 0,0 1 0,0 0 0,0 0 0,0 0 0,0 0 0,-1 1-1,1 0 1,-1 0 0,0 0 0,0 1 0,1 0 0,-1 0 0,0 0 0,0 1 0,0 0 0,0 0 0,0 1-1,0-1 1,0 1 0,-8 3 0,10-2-24,0 0-1,1 0 1,-1 0-1,1 0 1,-1 1-1,1 0 1,0-1-1,0 1 0,0 1 1,0-1-1,0 0 1,1 1-1,-1-1 1,1 1-1,0 0 1,0 0-1,1 0 1,-3 5-1,3-7-5,1 1 0,-1-1 0,1 1 0,-1-1 0,1 1 0,0-1 0,0 1 0,0-1 0,0 1 0,0-1 0,0 0 0,1 1 0,-1-1 0,1 1 0,0-1 0,0 0 0,0 1 0,0-1 0,0 0 0,0 0 0,0 0 0,1 0 0,-1 0 0,1 0 0,0 0 0,0 0 0,-1-1 0,1 1 0,0-1 0,0 1 0,0-1 0,5 3 0,14 3-29,0 0-1,1-2 1,0 0-1,0-1 1,0-2-1,0 0 1,31-1-1,-22-1-207,1 2 1,61 11-1,-89-12 227,1 1 0,-1-1 0,1 1 0,-1 0 0,0 0 0,0 0 0,0 1 0,0-1 0,0 1 0,-1 0 0,1 0 0,-1 1 0,0-1 0,0 1 0,0-1 0,0 1 0,-1 0 0,1 0 0,-1 0 0,0 1 0,0-1 0,-1 0 0,1 1 0,1 7 0,0 9 143,-1 0 0,0 0 0,-2 0 0,-2 29 0,0-2 409,2-43-482,0-1 1,0 0 0,1 0-1,-1 0 1,1 1 0,0-1-1,0 0 1,2 4-1,-3-7-43,1 0 0,0 0-1,-1 0 1,1 0 0,0 0-1,0 0 1,0 0 0,0-1-1,0 1 1,0 0 0,0-1-1,0 1 1,0-1 0,0 1-1,0-1 1,0 1-1,0-1 1,1 0 0,-1 1-1,0-1 1,0 0 0,0 0-1,1 0 1,-1 0 0,0 0-1,0 0 1,0-1 0,1 1-1,-1 0 1,0 0 0,0-1-1,0 1 1,0-1-1,2 0 1,1-1-32,0-1-1,0 1 1,0-1-1,0 0 1,0 0-1,-1 0 1,1-1-1,-1 1 1,0-1-1,0 0 1,0 0-1,-1 0 1,3-5 0,5-8-2305,13-35 1,-14 23-3211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3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11 21306,'0'0'3852,"-3"4"-3844,2-2-17,0-1 0,1 1 0,-1 0 0,0 0-1,1 0 1,-1 0 0,1-1 0,0 1 0,-1 0-1,1 0 1,0 0 0,0 0 0,0 0 0,1 0 0,-1 0-1,1 4 1,1 1 5,0 0 0,1-1-1,0 1 1,6 12 0,-3-10-14,0 0 1,0 0-1,1 0 1,0-1-1,0 0 1,1 0-1,11 8 1,-18-15-10,0 0 0,1 0 1,-1 0-1,0-1 0,0 1 1,0 0-1,0-1 0,1 1 1,-1-1-1,0 0 0,1 1 1,-1-1-1,0 0 0,1 0 1,-1 1-1,0-1 0,1 0 1,-1 0-1,0-1 0,2 1 1,-2-1 18,0 1 1,0-1-1,0 0 1,0 1-1,-1-1 1,1 0-1,0 0 1,-1 1 0,1-1-1,0 0 1,-1 0-1,1 0 1,-1 0-1,1 0 1,-1 0-1,0 0 1,1 0 0,-1 0-1,0-2 1,2-7 48,-2 0 0,1 0 1,-1 0-1,-2-13 1,1 12-18,0 7 3,1 0-1,-1 0 1,1 0 0,-1 0-1,0 0 1,-1 0-1,1 1 1,-1-1 0,0 1-1,0-1 1,0 1-1,0-1 1,0 1 0,-1 0-1,1 0 1,-1 0-1,0 1 1,0-1 0,0 0-1,0 1 1,-1 0-1,1 0 1,0 0 0,-1 0-1,0 1 1,1-1-1,-1 1 1,0 0 0,0 0-1,0 0 1,0 1-1,0-1 1,0 1 0,-7 0-1,9 0-67,1 0-1,-1 0 0,1 0 1,-1 1-1,0-1 0,1 0 1,-1 1-1,1-1 1,-1 1-1,1-1 0,-1 1 1,1 0-1,0-1 0,-1 1 1,1 0-1,0 0 1,-1 0-1,1 0 0,0 0 1,0 1-1,0-1 0,-1 2 1,0 0-503,0 1 1,1-1 0,-1 1-1,1 0 1,0-1-1,0 1 1,1 0 0,-2 6-1,1 18-7913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3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1 602 15863,'0'0'7182,"2"-5"-6560,7-16-376,2 0 1,16-26 0,18-33-133,-33 50 24,-2-1 0,-1 0 1,-2-1-1,-1 0 1,-2 0-1,0 0 0,-3-59 1,-1 80 94,-1 0 1,1 0-1,-6-19 1,6 27-113,-1-1 1,0 1-1,-1-1 0,1 1 1,-1 0-1,0 0 1,1 0-1,-1 0 1,0 0-1,-1 0 1,1 0-1,-1 0 1,1 1-1,-6-5 1,8 7-94,0 0-1,-1 0 1,1-1 0,0 1 0,-1 0 0,1 0 0,0-1 0,-1 1-1,1 0 1,0 0 0,-1 0 0,1 0 0,0-1 0,-1 1 0,1 0-1,-1 0 1,1 0 0,0 0 0,-1 0 0,1 0 0,0 0 0,-1 0-1,1 0 1,-1 0 0,1 0 0,0 0 0,-1 0 0,1 1 0,-1-1 0,-3 18 77,13 561-262,1-201 80,-10-319-80,0 7-483,2 0-1,13 76 0,-15-140 542,0 1-1,0-1 1,1 0-1,-1 0 1,1 0-1,0 0 0,0 0 1,0 0-1,0 0 1,0 0-1,0 0 1,0 0-1,0 0 0,1-1 1,-1 1-1,1-1 1,0 1-1,3 2 1,-4-4 39,1 1 1,-1-1 0,1 0 0,0 0-1,-1 0 1,1 0 0,0 0-1,-1 0 1,1 0 0,-1-1 0,1 1-1,-1 0 1,1-1 0,-1 0-1,1 1 1,-1-1 0,1 0 0,-1 0-1,1 1 1,-1-1 0,0 0-1,0 0 1,0-1 0,1 1 0,-1 0-1,1-2 1,11-11-110,-1-1-1,0 0 1,-1-1 0,-1 0-1,0-1 1,-1 0 0,11-31-1,-12 24-17,0-1 1,-2 0-1,-1 0 0,-1-1 0,1-33 0,-4 44 140,-2 0 0,1 0 0,-2 0 0,0 1-1,-1-1 1,0 1 0,-1 0 0,-12-27 0,11 31 118,0 0 0,-1 1 0,0 0 1,-1 0-1,0 0 0,-1 1 0,1 0 1,-2 0-1,1 1 0,-1 0 0,0 0 1,-15-8-1,7 7 48,-1 0 0,-1 1 0,1 1 0,-26-5 0,44 11-114,-1 0-1,1 0 1,-1 0 0,1-1 0,-1 1 0,1 0-1,-1 0 1,1-1 0,-1 1 0,1 0-1,-1-1 1,1 1 0,0 0 0,-1-1 0,1 1-1,0-1 1,-1 1 0,1-1 0,0 1 0,0-1-1,-1 1 1,1-1 0,0 1 0,0-1-1,0 1 1,0-1 0,0 1 0,-1-1 0,1 1-1,0-1 1,0 1 0,0-1 0,1 1 0,-1-1-1,0 1 1,0-1 0,0 1 0,0-1-1,0 1 1,1-1 0,-1 1 0,0-1 0,1 0-1,14-22 7,3 8-425,1 1-1,0 1 0,1 0 1,1 2-1,0 0 0,28-9 1,-8 2-5088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4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20233,'0'0'5491,"0"6"-5216,12 161-171,1 11 360,-9-208-2570,3-33-4963,1 9-4256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4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 21930,'0'0'6467,"-8"-6"-6467,8 15-9716,2 12 1744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4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8148,'0'0'16461,"2"20"-16165,39 311 613,-32-165-81,5 53 156,-14-216-1025,6 29 181,-6-31-157,0-1 1,0 1-1,0-1 1,0 1 0,0-1-1,0 1 1,0-1-1,0 1 1,1-1 0,-1 1-1,0-1 1,0 1-1,0-1 1,1 1-1,-1-1 1,0 1 0,0-1-1,1 1 1,-1-1-1,1 0 1,-1 1 0,0-1-1,1 0 1,-1 1-1,1-1 1,-1 0 0,1 1-1,-1-1 1,0 0-1,1 0 1,-1 1-1,1-1 1,0 0 0,-1 0-1,1 0 1,-1 0-1,1 0 1,-1 0 0,1 0-1,-1 0 1,1 0-1,-1 0 1,1 0 0,-1 0-1,2-1 1,-1 0-215,1-1 1,-1 0 0,0 0-1,1 0 1,-1 0 0,0 0-1,0 0 1,0 0 0,-1 0-1,1 0 1,-1-1 0,1 1-1,-1 0 1,1-3 0,1-33-6445,-2 15-2914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5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16888,'0'0'9972,"6"-6"-9652,34-7-111,9-8 63,1-1 16,-8 0-208,-11 5-80,-13 8 0,-9 3-80,-18 13-6467,-9 7-6403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5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434 132 1393,'0'0'14468,"-2"-8"-12561,0 1-1616,-1 0 0,1 0 1,-1 0-1,-1 0 0,1 1 0,-1-1 0,0 1 1,-1 0-1,0 1 0,1-1 0,-2 1 0,1 0 0,-1 0 1,1 0-1,-1 1 0,-1 0 0,1 0 0,-1 0 1,1 1-1,-9-3 0,9 4-168,0 1 0,0-1 1,1 1-1,-1 1 0,0-1 0,0 1 0,0 0 0,0 0 1,0 1-1,1-1 0,-1 2 0,0-1 0,0 0 1,1 1-1,-1 0 0,1 0 0,-1 1 0,1 0 1,0 0-1,0 0 0,0 0 0,1 1 0,-7 5 1,-1 4-97,0 1 1,1 0 0,1 0 0,1 1-1,-1 0 1,-10 28 0,2-2 81,3 0 1,1 2 0,2 0-1,-11 73 1,13-28 63,2 120-1,7-185-159,2-1 1,0 0-1,2 0 0,0 0 0,13 41 0,-13-55-40,-1-1-1,2 0 1,-1 0 0,1 0 0,0-1-1,1 1 1,-1-1 0,1 0 0,0-1-1,1 1 1,0-1 0,-1 0 0,2 0 0,-1 0-1,0-1 1,1 0 0,0-1 0,0 1-1,0-1 1,11 3 0,-1-2-249,1 0 1,0-1-1,0-1 0,1 0 1,-1-1-1,0-1 1,1-1-1,32-6 0,-25 1-653,-2 0 0,1-2 0,-1 0 1,0-2-1,38-21 0,18-22-5069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7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248 118 9764,'0'0'9922,"-11"-17"-9177,-35-50-110,44 64-532,0 0-1,0 1 1,0-1 0,0 1 0,-1-1 0,1 1 0,-1 0-1,1 0 1,-1 0 0,0 0 0,0 1 0,0-1 0,-5-1 0,6 2-65,-1 1 0,1 0 0,0-1 0,0 1 1,0 0-1,0 0 0,0 1 0,0-1 0,-1 0 1,1 1-1,0-1 0,0 1 0,0 0 0,0-1 0,-3 3 1,0 1-24,0 0 1,0 0 0,0 0 0,1 0 0,-1 1-1,1-1 1,0 1 0,1 0 0,-7 11 0,0 5-1,0 0 1,1 1 0,1-1 0,1 2-1,1-1 1,2 1 0,0 0 0,1 0 0,1 0-1,2 43 1,0-61-32,1-1 1,0 1-1,0 0 0,0 0 0,0 0 1,1-1-1,0 1 0,0-1 1,0 1-1,0-1 0,1 0 0,0 0 1,-1 0-1,2 0 0,-1 0 1,0-1-1,1 1 0,0-1 0,-1 0 1,1 0-1,1 0 0,-1-1 1,0 1-1,1-1 0,-1 0 0,1 0 1,-1-1-1,1 0 0,0 1 1,0-1-1,6 0 0,0 0-230,0 0 0,0 0 0,0-1 0,0-1 0,0 0 0,0-1 0,0 0 1,0 0-1,0-1 0,-1 0 0,1-1 0,19-10 0,-15 4-724,0 0 1,-1-1-1,0 0 1,23-24-1,-3-8-5078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7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207 406 10709,'0'0'9276,"0"-7"-8758,1-47-181,-3-88-192,0 125-154,0-1 1,-1 1 0,0 0 0,-2 0-1,0 1 1,-8-19 0,11 31 34,0 0-1,0 0 1,0 0 0,-1 0-1,0 0 1,1 1-1,-1-1 1,-1 1 0,1 0-1,0 0 1,-1 0 0,0 0-1,1 0 1,-1 1 0,0 0-1,0 0 1,-1 0 0,1 0-1,0 0 1,-1 1-1,1 0 1,0 0 0,-1 0-1,0 1 1,1-1 0,-1 1-1,1 0 1,-1 1 0,1-1-1,-7 2 1,8-1-18,0 0 0,1 0-1,-1 0 1,0 0 0,1 1 0,-1-1 0,1 1 0,-1 0-1,1 0 1,0 0 0,0 0 0,0 0 0,0 0 0,0 0-1,0 1 1,0-1 0,1 1 0,-1 0 0,1-1 0,0 1-1,0 0 1,0 0 0,0-1 0,0 1 0,1 0 0,-1 6-1,0-6-10,1 0 0,0 0 0,-1 0 0,1 1-1,0-1 1,0 0 0,1 0 0,-1 0 0,1 0-1,0 0 1,-1 0 0,1 0 0,1 0-1,-1 0 1,0 0 0,1 0 0,-1 0 0,1-1-1,0 1 1,0-1 0,0 1 0,0-1 0,0 0-1,1 0 1,3 3 0,5 0 1,0 0 0,0-1 0,1-1 0,0 0-1,0 0 1,0-1 0,14 1 0,93-2-279,-44-2-248,-73 0 515,0 1-1,0 0 1,0 0 0,0 0-1,-1 1 1,1-1 0,0 0-1,0 1 1,0-1 0,-1 1-1,1-1 1,0 1 0,-1 0-1,1 0 1,0 0-1,-1 0 1,1 0 0,-1 0-1,0 0 1,2 2 0,-1 0 2,-1 0 0,0 0 0,0 0 0,0 0 0,-1 0 0,1 0 0,-1 0 0,0 0 1,0 0-1,0 6 0,-1 7 85,0 1 1,-5 22-1,0-10 64,6-25-115,-1-1 0,0 1-1,1-1 1,0 1 0,0-1-1,0 1 1,0-1 0,0 1-1,1-1 1,0 1 0,1 4 0,-1-7-12,0 0 1,0 1-1,0-1 1,1 0 0,-1 0-1,0 0 1,1 0-1,-1 0 1,0 0 0,1 0-1,-1 0 1,1-1-1,0 1 1,-1-1 0,1 1-1,-1-1 1,1 1 0,0-1-1,-1 0 1,1 0-1,0 0 1,-1 0 0,1 0-1,2 0 1,-2 0-30,0 0-1,0 0 1,0 0 0,0 0-1,0 0 1,0-1 0,0 1 0,0 0-1,0-1 1,0 0 0,0 1-1,-1-1 1,1 0 0,0 0 0,0 0-1,-1 0 1,1 0 0,0 0-1,-1-1 1,1 1 0,-1-1 0,0 1-1,1-1 1,-1 1 0,0-1-1,0 0 1,0 1 0,0-1 0,0 0-1,0-2 1,1 2-234,12-20-4235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18825,'0'0'3193,"26"19"-3118,-16-12-61,118 96 205,-105-84-186,-2 2 0,-1 0 0,-1 2 0,29 43-1,-37-46-22,-1 0-1,0 1 1,-2 0 0,-1 1-1,-1-1 1,6 32-1,-7-10 27,-1 0-1,-2 62 1,-3-77 117,-2 1 1,0-1 0,-2 0-1,-1 0 1,-2 0-1,0-1 1,-2 0-1,-1 0 1,-1-1 0,-1-1-1,-1 0 1,-2-1-1,-36 44 1,34-47 378,-2-1 0,-31 24-1,7-6 371,44-38-899,18-13-1591,10-9-1704,5-8-2526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09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14423,'0'0'12645,"0"2"-11924,7 0-2354,5 0-2353,3-2-2641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5 383 10661,'0'0'4247,"-4"2"-3967,4-2-279,0 0 1,1 0-1,-1 0 0,1 0 0,-1 0 0,0 0 0,1 0 0,-1 0 0,0 0 0,1 1 1,-1-1-1,0 0 0,1 0 0,-1 0 0,0 1 0,1-1 0,-1 0 0,0 0 0,0 1 1,1-1-1,-1 0 0,0 1 0,0-1 0,1 0 0,-1 1 0,0-1 0,0 0 1,0 1-1,0-1 0,0 0 0,0 1 0,1-1 0,-1 0 0,0 1 0,0-1 0,0 1 1,0-1-1,0 0 0,0 1 0,-1-1 0,1 0 0,0 1 0,0-1 0,0 0 0,0 1 1,0-1-1,0 0 0,-1 1 0,1-1 0,0 0 0,0 1 0,0-1 0,-1 0 1,1 1-1,0-1 0,-1 0 0,1 0 0,0 1 0,0-1 0,-1 0 0,1 0 0,0 0 1,-1 0-1,1 1 0,-1-1 0,1 0 0,0 0 0,-1 0 0,0 0 0,45 11 112,-31-8-64,60 7 45,0-2 0,0-4 0,88-6 0,-56 1-61,808-57-108,-478 21 80,328-14-12,803-66 3074,-1537 114-3013,241-27 428,-192 18-255,104-31 0,-161 33-80,-21 9-155,1 1-1,-1-1 1,0 0 0,1 1 0,-1-1-1,0 1 1,0-1 0,0 0 0,0 1 0,1-1-1,-1 1 1,0-1 0,0 0 0,0 1-1,0-1 1,0 0 0,0 1 0,-1-1-1,1 1 1,0-1 0,0 0 0,0 1-1,-1-1 1,1 1 0,0-1 0,0 1 0,-1-1-1,1 1 1,-1-1 0,1 1 0,0-1-1,-1 1 1,1-1 0,-2 0 0,-26-21-3599,-13-9-7788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22186,'0'0'0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1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10677,'0'0'9884,"-2"7"-8646,2 21-893,1-1-1,7 45 1,1 27-133,-8 165 882,-1-264-1059,0-12-740,0-53-8429,0 19-2816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11717,'0'0'9004,"4"1"-8755,43 10 217,76 6 1,17 4-112,-114-16-340,0 1 0,-1 2-1,0 0 1,45 24 0,-63-28-13,1 0 0,-2 0 1,1 1-1,-1 0 0,1 0 1,-1 1-1,-1 0 0,1 0 1,-1 0-1,0 1 0,0-1 1,-1 1-1,0 0 1,0 1-1,-1-1 0,0 1 1,0-1-1,-1 1 0,0 0 1,1 9-1,-1-5 15,-2 1 1,0 0-1,0-1 0,-1 1 1,-1 0-1,0-1 0,-1 1 1,-8 22-1,3-15 120,0-1 0,-2 0-1,-1 0 1,-21 28 0,-6-2 754,-2-1 0,-80 68 1,13-24-338,159-127-6287,-25 15-432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263 129 13014,'0'0'3404,"-13"-15"-2764,-46-51 180,55 61-625,0 0 0,-1 0 0,0 1 0,0 0 0,0 0 0,-1 0 0,1 0 0,-8-2 0,9 4 14,-1 1 1,0 0 0,0 0-1,-1 0 1,1 1-1,0-1 1,-6 2-1,8-1-90,0 0-93,1 1 0,0-1 0,-1 1-1,1 0 1,0 0 0,0 0-1,0 0 1,0 0 0,0 1-1,0-1 1,0 0 0,0 1-1,0 0 1,1-1 0,-1 1-1,1 0 1,-1 0 0,1 0 0,0 0-1,0 0 1,-2 4 0,-21 53 72,22-53-68,-4 18-1,0-1 1,2 1-1,1 1 1,1-1-1,1 35 0,1-58-29,0 0 0,0 0 0,0 1 0,0-1 0,0 0 0,1 0 0,-1 0 0,0 0 0,0 0-1,1 0 1,-1 0 0,0 0 0,1 0 0,-1 0 0,1 0 0,0 0 0,-1 0 0,1 0 0,0-1 0,-1 1 0,1 0 0,0 0 0,0-1-1,0 1 1,0 0 0,0-1 0,0 1 0,-1-1 0,1 1 0,1-1 0,-1 1 0,0-1 0,0 0 0,0 0 0,0 1 0,0-1 0,0 0-1,0 0 1,0 0 0,0 0 0,0 0 0,0-1 0,1 1 0,-1 0 0,0 0 0,0-1 0,0 1 0,0 0 0,1-2 0,2 1 14,1-1 0,-1 1 0,0-1 0,0 0 0,0-1 1,0 1-1,0-1 0,0 0 0,-1 0 0,6-5 0,1-8 225,0 1 0,-2-2 0,0 1-1,0-1 1,-2 0 0,0 0 0,4-23-1,-10 40-211,1 0 0,-1 0-1,0-1 1,0 1-1,0 0 1,0 0 0,0 0-1,0 0 1,1 0-1,-1-1 1,0 1-1,0 0 1,0 0 0,0 0-1,1 0 1,-1 0-1,0 0 1,0 0-1,0 0 1,0 0 0,1 0-1,-1 0 1,0 0-1,0-1 1,0 1 0,1 0-1,-1 0 1,0 1-1,0-1 1,0 0-1,1 0 1,-1 0 0,0 0-1,0 0 1,0 0-1,0 0 1,1 0 0,-1 0-1,0 0 1,0 0-1,0 0 1,0 1-1,1-1 1,-1 0 0,0 0-1,0 0 1,0 0-1,0 0 1,0 1-1,0-1 1,0 0 0,1 0-1,-1 0 1,0 1-1,0-1 1,0 0 0,9 12-185,74 131 182,-47-75-56,-35-67 457,3 5-2343,-2-14-4824,-2-14-3354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3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20025,'0'0'2863,"1"21"-2434,16 193-56,-2-60-225,-11-56-76,-3-53 102,2-1 0,14 78 1,-14-116-191,-1-9-542,-1-7-1035,-1-14-2948,0-7-4508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1313,'0'0'22042,"52"0"-21562,-17-9-112,-1-2-240,-7 2-128,-7 5-1056,-5 2-1986,-9 2-2944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3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168 110 16408,'0'0'4834,"-18"-15"-3871,-7-6-686,3 1 157,-39-26-1,43 39 62,18 7-487,-1 0 0,1 0 0,-1 0 0,1 0 0,-1 0 0,1 0 0,0 0 0,-1 0 0,1 1 0,-1-1 0,1 0 0,-1 0 0,1 0 0,0 1 0,-1-1 0,1 0 0,-1 1 0,1-1 0,0 0 0,-1 1 0,1-1 0,-1 1 0,0 3-20,0-1 0,0 0 0,0 1 0,0-1 0,1 1 0,-1 0 0,1 4 0,-1 3-26,-3 30 29,2 1 0,4 58 0,-2-98 6,0-1 0,0 0 1,0 0-1,0 0 0,0 0 0,0 0 1,1 0-1,-1 0 0,0 0 0,1 0 1,-1 0-1,1 0 0,-1 0 0,1 0 1,-1 0-1,1 0 0,-1 0 0,1 0 1,0 0-1,0 0 0,-1-1 0,1 1 1,0 0-1,0 0 0,0-1 0,0 1 1,0-1-1,0 1 0,0-1 0,0 1 1,0-1-1,0 0 0,0 1 0,0-1 1,0 0-1,0 0 0,1 0 0,-1 0 1,0 0-1,0 0 0,0 0 0,0 0 1,0 0-1,0-1 0,0 1 0,0 0 0,0-1 1,0 1-1,0-1 0,0 1 0,0-1 1,2-1-1,3-1-1,0-1 1,1 0-1,-1 0 1,-1 0-1,1-1 1,7-8-1,10-16 19,-1 0 0,29-55 1,-50 83-6,-1 1 1,1 0 0,-1-1 0,0 1 0,1 0 0,-1 0 0,1 0 0,-1 0 0,1-1-1,-1 1 1,1 0 0,-1 0 0,0 0 0,1 0 0,-1 0 0,1 0 0,-1 0 0,1 0 0,-1 0-1,1 1 1,-1-1 0,1 0 0,-1 0 0,1 0 0,-1 0 0,0 1 0,1-1 0,-1 0 0,1 0-1,-1 1 1,0-1 0,1 0 0,-1 1 0,0-1 0,1 0 0,-1 1 0,0-1 0,0 1-1,1-1 1,-1 0 0,0 1 0,0 0 0,16 20-53,-14-19 82,3 7 8,-2-4-31,1 0-1,-1 0 1,1 0 0,-1 0-1,2 0 1,-1-1 0,0 0 0,1 0-1,0 0 1,0 0 0,10 5 0,-14-9-298,2 1 498,-2-18-11196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4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21 184 18296,'0'0'2954,"0"15"-2912,0 24-40,0 93 26,-2-108-22,0-1-1,-1 1 0,-10 37 0,12-57 19,7-189 409,-2 152-414,0 0-1,3 1 1,15-50-1,-13 55 95,-6 16 89,0 1 0,0-1 0,1 1 0,0 0 0,1 0 0,0 0 0,1 1 1,13-17-1,-19 25-180,1 1 0,0-1-1,0 1 1,0-1 0,0 1 0,0-1 0,-1 1 0,1-1 0,0 1 0,0 0 0,0-1 0,0 1 0,0 0 0,0 0 0,0 0 0,0 0 0,0 0 0,0 0 0,0 0 0,0 0 0,0 0 0,0 1 0,0-1 0,0 0 0,0 1 0,0-1 0,0 0 0,0 1 0,0-1 0,0 1 0,0-1-1,-1 1 1,1 0 0,0-1 0,0 1 0,-1 0 0,1 0 0,0 1 0,23 34 157,-23-33-126,36 74 729,38 119 1,-6-13-502,-69-183-288,0 0-1,0 0 0,0 0 1,0 0-1,0 0 1,0-1-1,0 1 0,0 0 1,0 0-1,0 0 0,0 0 1,0 0-1,0 0 1,0 0-1,0 0 0,0 0 1,0 0-1,0 0 0,0-1 1,0 1-1,0 0 1,0 0-1,1 0 0,-1 0 1,0 0-1,0 0 0,0 0 1,0 0-1,0 0 1,0 0-1,0 0 0,0 0 1,0 0-1,0 0 1,0 0-1,0 0 0,1 0 1,-1 0-1,0 0 0,0 0 1,0 0-1,0 0 1,0 0-1,0 0 0,0 0 1,0 0-1,0 0 0,0 0 1,1 0-1,-1 0 1,0 0-1,0 0 0,0 0 1,1-17-956,-2-24-3065,-7-6-3640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4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14391,'0'0'11765,"4"-7"-11765,32-8-112,7-2 48,-1 4-1073,-9 4-1520,-15 5-2481,-5 0-10053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5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42 4098,'0'0'20388,"-3"4"-20217,0-1-197,1 0 1,0 1 0,0 0-1,1-1 1,-1 1 0,1 0-1,0 0 1,0 0 0,0 0-1,0 0 1,0 0 0,1 7-1,2 63-3,0-32 17,-2-21 33,0-14-42,0-11-163,0-13-94,1 0 1,1 1 0,0-1-1,1 0 1,1 1 0,6-19-1,-8 28 278,1 0 1,0 1-1,0-1 0,1 1 0,0 0 0,0 0 0,0 0 0,1 1 0,0-1 0,0 1 0,0 0 1,1 0-1,-1 1 0,1 0 0,0 0 0,1 0 0,7-3 0,-11 6 3,0-1-1,0 1 1,0 1-1,0-1 1,0 0-1,0 1 1,0 0-1,0 0 1,0-1-1,0 2 1,0-1-1,0 0 1,0 1-1,0-1 1,0 1-1,0 0 1,0 0-1,-1 0 1,1 0-1,0 1 1,0-1-1,-1 1 1,1-1-1,-1 1 1,0 0-1,1 0 1,-1 0-1,0 1 1,0-1-1,0 0 1,0 1-1,2 3 1,4 8 63,-1 0 0,0 1 0,-1 0 0,8 27 0,-11-34-1,15 63 315,-13-48-236,1-1 0,1 0-1,17 38 1,-23-58-136,-1 0 0,1 0 0,0 0 0,1-1 0,-1 1 0,0 0 1,0-1-1,1 1 0,-1-1 0,1 1 0,-1-1 0,1 0 0,-1 1 0,1-1 0,0 0 1,0 0-1,0 0 0,0-1 0,-1 1 0,5 1 0,-4-2 1,1 0 0,-1-1-1,0 1 1,0 0 0,0-1 0,0 1 0,1-1-1,-1 0 1,0 0 0,0 0 0,-1 0 0,1 0-1,0 0 1,0 0 0,0-1 0,1-1-1,5-5 4,0-1 0,0 0-1,-1 0 1,0-1 0,8-16-1,-7 12-274,-2-1 0,1 0 0,5-20 0,-3-21-3962,-8 26-3485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61 17640,'0'0'3935,"-18"-10"-3700,-54-31 5,71 40-231,0 0 0,0 0 0,-1 0-1,1 0 1,0 0 0,-1 1 0,1-1 0,-1 1 0,1-1 0,-1 1-1,1-1 1,-1 1 0,1 0 0,-1 0 0,1 0 0,-1 0-1,1 0 1,-1 0 0,1 0 0,-1 0 0,1 1 0,-1-1 0,1 0-1,-1 1 1,1-1 0,-1 1 0,1 0 0,0 0 0,-1-1 0,1 1-1,0 0 1,0 0 0,0 0 0,-2 1 0,1 2-13,0 0 1,1 0 0,-1-1-1,1 1 1,-1 0 0,1 0-1,0 0 1,0 7 0,-1-4 19,0 7-20,0-1-1,0 1 0,2 0 1,-1-1-1,4 28 0,-2-38 1,-1 0-1,1 1 1,0-1-1,0 0 1,0 0 0,1 0-1,-1 0 1,1 0-1,-1 0 1,1 0 0,0 0-1,5 4 1,-5-5-2,-1-1-1,1 0 1,0 0 0,0 0 0,0 0 0,0 0 0,0 0-1,0-1 1,1 1 0,-1-1 0,0 1 0,0-1-1,0 0 1,1 0 0,-1 0 0,0 0 0,0 0 0,0 0-1,1-1 1,-1 1 0,4-2 0,-5 1 2,1 0 1,0 0 0,-1 0 0,1 0-1,-1 0 1,1-1 0,-1 1-1,0 0 1,0-1 0,1 1-1,-1-1 1,0 1 0,0-1 0,-1 1-1,1-1 1,0 0 0,0 0-1,0-3 1,9-38 18,-8 36-5,0-7 70,-1 9 52,-1 0 1,1 1 0,0-1 0,0 0-1,0 1 1,1-1 0,-1 1 0,1-1-1,0 1 1,5-8 0,-6 12-86,0-1-1,0 1 1,0-1 0,0 1 0,1 0 0,-1-1 0,0 1 0,0 0-1,0 0 1,0-1 0,0 1 0,0 0 0,1 0 0,-1 0-1,0 1 1,0-1 0,0 0 0,0 0 0,0 0 0,1 1 0,-1-1-1,0 1 1,0-1 0,0 1 0,0-1 0,1 2 0,26 19-84,-28-21 39,25 26-17,-19-19-69,1 0-1,0 0 1,0 0-1,0-1 0,1 0 1,0 0-1,13 6 1,-13-11-2251,-1-1-2160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6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20745,'0'0'1262,"4"27"-1208,53 290 266,29 21 902,-86-337-1250,0 0 0,0 0 1,0 0-1,0 0 0,0-1 1,1 1-1,-1 0 0,0 0 1,0 0-1,1-1 0,-1 1 1,1 0-1,-1 0 0,1-1 1,-1 1-1,1 0 0,-1-1 1,1 1-1,1 1 0,-2-3-221,1 0-1,0 1 0,-1-1 1,1 0-1,-1 1 1,1-1-1,-1 0 1,1 0-1,-1 0 0,1 0 1,-1 0-1,0 1 1,1-1-1,-1 0 0,0 0 1,0 0-1,0 0 1,0-2-1,6-28-7684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6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16728,'0'0'4079,"1"18"-3562,3 62-228,-4-76-278,0 0 0,1-1 0,-1 1 1,1 0-1,0-1 0,0 1 0,0-1 0,0 1 1,1-1-1,0 0 0,-1 1 0,1-1 1,0 0-1,1 0 0,-1 0 0,0 0 1,1-1-1,0 1 0,-1-1 0,1 1 1,0-1-1,0 0 0,1 0 0,-1-1 1,0 1-1,1 0 0,-1-1 0,6 2 0,-4-3-13,0 1 1,-1-1-1,1 0 0,0 0 0,0-1 0,0 0 0,0 1 0,-1-1 0,1-1 0,0 1 0,-1-1 0,1 0 0,-1 0 0,0 0 0,1 0 0,-1-1 0,0 0 0,5-5 0,17-16-68,-1-2 0,-1-1 0,-1-1 0,30-49 0,-52 75 186,1 0 339,-1-1-1,1 0 1,-1 1 0,0-1 0,0 0-1,0 0 1,2-6 1414,-3 12-1741,30 354-227,1-23 150,-30-294-50,0 19 7,-8 89 0,5-132-14,-1 1 0,0-1 0,-1 0 0,-1 1 1,-1-2-1,0 1 0,-1-1 0,0 0 0,-1 0 0,-12 14 0,19-26 5,-1 0 1,-1 0-1,1-1 1,0 1-1,-1-1 1,1 1-1,-1-1 0,0 0 1,0 0-1,0 0 1,0 0-1,0-1 1,0 1-1,0-1 0,0 0 1,-1 0-1,1 0 1,-1 0-1,1-1 1,-1 1-1,1-1 1,0 0-1,-1 0 0,1 0 1,-1 0-1,1-1 1,-1 1-1,1-1 1,-1 0-1,1 0 0,0 0 1,0-1-1,-1 1 1,1-1-1,0 1 1,-3-4-1,-5-3 5,1 0 0,0 0-1,1-1 1,0 0 0,1-1 0,0 0 0,0 0-1,-9-17 1,7 8-47,1 0 0,1 0-1,0-1 1,2 0 0,0 0 0,1-1-1,2 0 1,0 0 0,1 0 0,1 0-1,0 0 1,2 0 0,1 0 0,0 0-1,2 0 1,0 1 0,1-1-1,2 1 1,0 0 0,1 1 0,0-1-1,21-31 1,-12 26-368,1 1-1,1 1 0,2 0 1,30-26-1,-30 31-2126,2 1-1,36-21 0,-12 13-7217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7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19673,'0'0'2956,"-10"12"-2919,-27 44-23,36-54-15,-1 0 0,1 1 1,0-1-1,-1 1 0,2-1 1,-1 1-1,0-1 0,0 1 1,1-1-1,-1 1 0,1 0 0,0-1 1,0 1-1,0 0 0,0-1 1,0 1-1,0 0 0,1-1 1,0 1-1,-1-1 0,1 1 1,0-1-1,0 1 0,0-1 1,1 1-1,-1-1 0,0 0 0,1 0 1,0 0-1,-1 0 0,1 0 1,0 0-1,3 2 0,3 2-11,1 0 0,0-1 0,1 0-1,-1-1 1,1 0 0,12 3 0,-22-7 11,28 7-22,-16-4-7,0 0-1,21 9 0,-31-11 26,1 0-1,-1 1 1,0-1 0,0 0-1,0 1 1,0-1-1,0 1 1,0 0-1,0-1 1,0 1-1,-1 0 1,1 0-1,-1 0 1,1 0-1,-1 1 1,0-1 0,0 0-1,0 1 1,1 2-1,-1 1 6,0 1-1,-1-1 1,0 1-1,0-1 1,-1 0-1,0 1 1,0-1-1,0 0 1,-1 0-1,0 0 1,0 0-1,-1 0 1,1 0-1,-1 0 1,0-1-1,-1 1 1,0-1-1,1 0 1,-2 0-1,-6 7 1,-2 0 127,-1 1 0,0-2 0,0 0-1,-1 0 1,-1-2 0,-16 9 0,30-17-81,-1 0 0,1 0 1,-1 1-1,0-2 0,1 1 0,-1 0 0,0 0 1,0-1-1,0 0 0,1 1 0,-6-1 0,8-1-39,-1 1 0,0 0 0,0 0 0,0-1 0,0 1 0,0 0-1,0-1 1,0 1 0,1-1 0,-1 1 0,0-1 0,0 1 0,0-1-1,1 0 1,-1 1 0,1-1 0,-1 0 0,0 0 0,1 0 0,-1 1 0,1-1-1,-1 0 1,1-1 0,-1-2-329,0 0 0,1-1 0,-1 1 0,1 0-1,0-1 1,0 1 0,1 0 0,-1-1 0,1 1 0,0 0-1,0 0 1,1 0 0,2-7 0,23-38-8034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20041,'0'0'3532,"0"21"-3401,1 24 124,1-1-1,9 46 0,59 287 1862,-69-420-5360,3 12-2820,2-4-7625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7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20281,'0'0'4002,"110"-24"-3153,-63 5-577,-9 2-224,-11 6 0,-15 0-96,-10 3-192,-2 3-1473,-8 5-2097,-21 0-5378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8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1 418 18088,'21'0'1769,"279"-3"-2206,573-105 465,-465 51-54,1255-120 210,6 106 1180,-1424 69-1176,349 5 336,-580-3-556,44 6-395,-96-15-1827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18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27405,'0'0'0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1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5202,'0'0'7204,"73"36"-5764,-84-36-13333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2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0 174 12038,'0'0'7704,"8"-18"-7237,-2 2-346,-4 8-79,1 1-1,0 0 1,0 0 0,0 0 0,1 1 0,-1-1 0,2 1 0,-1 0 0,1 0 0,0 0 0,0 1 0,0-1 0,1 1 0,10-7 0,-4 6-2,1 0 0,-1 1 1,1 0-1,0 1 0,0 0 0,0 1 1,0 1-1,1 0 0,-1 1 0,1 0 1,15 2-1,-25-1-37,-1 0-1,0 1 1,1-1 0,-1 1 0,0 0-1,0 0 1,0 0 0,1 0 0,-1 1 0,0-1-1,-1 1 1,1 0 0,0 0 0,0 0 0,-1 0-1,1 0 1,-1 1 0,0-1 0,0 1-1,1-1 1,-2 1 0,1 0 0,0 0 0,-1 0-1,1 0 1,-1 0 0,0 0 0,0 1-1,1 5 1,2 8 22,-1 1 0,-1 1 0,-1-1-1,-1 23 1,0-28-5,-1 10 33,-1 0 0,-1 0 0,-2 0 0,0 0 1,-1 0-1,-1-1 0,-1 0 0,-2-1 1,-20 37-1,7-20 134,-3 0 0,-1-2 0,-1-1 0,-38 36 0,62-67-119,2-2-16,0 0 0,1 0 1,-1 0-1,0-1 0,1 1 1,-1-1-1,0 1 0,0-1 1,0 0-1,-1 0 0,1 0 1,0 0-1,-3 1 0,4-2 28,4 0 6,16-1-19,1-2 1,-1 0-1,29-8 1,24-4-2,20 10 73,-70 6-515,-1-2 0,0 0-1,0-2 1,32-6 0,-32-2-3853,-9-2-4730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2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14887,'0'0'4981,"1"18"-4677,-1-9-273,0 5 31,1 0 1,0-1-1,4 14 1,-3-21-42,-1 0 0,1 0 0,1 0 0,-1 0 0,1-1 0,0 1 0,0-1 0,0 0 0,1 0 0,0 0 0,8 8 0,-8-9-14,1-1-1,-1 1 0,1-1 0,0-1 0,0 1 0,0-1 0,0 1 0,1-1 0,-1-1 0,1 1 0,8 1 0,-12-3-3,1 0 0,-1 0 0,0 1 0,0-1 0,0-1-1,1 1 1,-1 0 0,0-1 0,0 1 0,0-1 0,0 1 0,0-1 0,1 0 0,-1 0 0,-1 0-1,1 0 1,0 0 0,0 0 0,0-1 0,-1 1 0,1-1 0,0 1 0,-1-1 0,0 0 0,1 1-1,-1-1 1,0 0 0,0 0 0,0 0 0,0 0 0,1-3 0,0 0 58,-1 0-1,1 0 1,-1 0 0,0 0-1,0 0 1,-1-1 0,0 1-1,0 0 1,0 0 0,0-1 0,-2-7-1,1 10 29,0 1 0,0-1-1,0 1 1,-1-1 0,1 1 0,-1-1-1,1 1 1,-1 0 0,0-1 0,0 1-1,0 0 1,0 0 0,0 0 0,0 1-1,0-1 1,-1 1 0,1-1-1,-1 1 1,1 0 0,-1-1 0,1 1-1,-5-1 1,-1 0-4,0 0-1,-1 1 0,1 0 1,-1 0-1,1 0 0,-16 2 1,22-1-100,-1 0 0,0 1 0,1-1 0,-1 1 0,0-1 0,1 1 0,-1 0 0,0 0 0,1 0 0,0 0 0,-1 1 0,1-1 0,0 1 0,-1-1 0,1 1 0,0 0 0,0 0 0,0 0 0,1 0 0,-1 0 0,0 0 0,1 0 0,-1 1 0,0 2 0,-5 35-1828,9-14-3584,8 0-10006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3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12086,'0'0'6603,"12"-3"-6238,-4 1-324,5-2 3,-1 1 0,0 1-1,1 0 1,0 1 0,-1 0-1,16 1 1,-26 0-37,0 1 1,0-1-1,0 1 0,0 0 1,0-1-1,-1 1 0,1 0 1,0 0-1,0 0 0,-1 0 1,1 0-1,-1 1 1,1-1-1,-1 0 0,0 1 1,1-1-1,-1 1 0,0-1 1,0 1-1,0 0 0,0-1 1,0 1-1,-1 0 0,1 0 1,0 0-1,-1 0 1,1 2-1,1 7 137,-1 0 0,0 0 0,-1 20-1,0-18 12,-1 7 58,0-1-1,-2 1 1,-1 0 0,0-1-1,-1 1 1,-1-1-1,-13 27 1,4-16 526,-1 0-1,-1-1 1,-36 46 0,44-64-376,0 1 845,10-11-1185,0-1-1,0 0 1,0 1-1,0-1 1,0 0-1,0 0 0,0 1 1,0-1-1,0 0 1,0 0-1,0 0 1,0 0-1,0 0 1,0 0-1,0-1 1,0 1-1,-1 0 1,3-1-1,242-40 109,-217 39-483,-12 2 356,-1-2 1,26-5-1,-9-6-2335,-30 11 1806,0 1 0,0-1 1,0 0-1,0 0 0,0 0 0,0 0 0,0 0 0,-1 0 0,1 0 0,0-3 0,7-18-10101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3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20281,'0'0'7011,"0"111"-6962,0-30 63,2 4-112,4-6-209,2-14-1503,-4-20-1826,5-21-1104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4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8836,'0'0'16394,"9"-9"-15900,-3 3-495,-1 0 0,1 1 0,0-1 0,0 1 0,0 1 0,1-1 0,0 1 0,0 0 0,0 1 0,0 0 0,1 0 0,-1 0 0,1 1 0,0 0 0,-1 1 0,1-1 0,0 2 0,14-1 0,-19 1-16,-1 1 1,1 0-1,-1-1 0,1 1 1,-1 0-1,0 0 0,1 0 0,-1 1 1,0-1-1,0 1 0,0-1 1,0 1-1,0 0 0,0-1 0,0 1 1,0 0-1,-1 0 0,1 1 0,-1-1 1,0 0-1,1 0 0,-1 1 1,0-1-1,0 0 0,0 1 0,-1-1 1,1 4-1,3 9-60,-1 0 1,-1 1-1,0 20 0,-2-31 65,1 17-3,-2 0 0,-1 1 0,0-1 0,-2 0 0,0-1 0,-2 1 0,0-1 0,-1 0 0,-2 0 0,0-1 0,-1 0 0,-1-1 0,0 0 1,-2 0-1,0-1 0,-1-1 0,-20 18 0,31-31 125,-1 0 1,0-1-1,0 1 1,-1-1-1,1 0 1,-10 4-1,14-7 146,8-3-90,29-13-281,0 1-1,2 3 1,0 1 0,69-10 0,-86 17-1288,0 0 1,29-9-1,-17-3-4018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4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44 18985,'0'0'3249,"5"14"-3233,15 44-139,-18-55 34,0 0-1,-1-1 0,1 1 1,0-1-1,0 0 0,1 1 1,-1-1-1,0 0 0,1 0 1,-1-1-1,1 1 0,0 0 1,-1-1-1,1 0 0,0 1 1,0-1-1,0 0 0,0 0 1,0-1-1,0 1 0,0-1 1,1 0-1,-1 1 0,0-1 1,0-1-1,0 1 0,0 0 1,0-1-1,0 1 0,0-1 1,0 0-1,0 0 0,0 0 1,0-1-1,0 1 0,-1-1 1,1 1-1,0-1 0,-1 0 1,4-3-1,-3 0-14,0-1 0,0 0 0,0 0 0,0 0 0,-1 0 0,0 0 0,0-1 0,1-7 0,-3 12 158,1 0-1,-1 0 0,1 0 1,-1 0-1,0 0 1,0 0-1,0-1 1,0 1-1,-1 0 0,1 0 1,0 0-1,-1 0 1,0 0-1,1 0 1,-1 0-1,0 0 1,0 0-1,0 0 0,0 0 1,0 0-1,-1 1 1,1-1-1,0 0 1,-1 1-1,1-1 0,-1 1 1,0 0-1,-2-2 1,-5-1 203,-1 2 0,1-1 0,-1 1 0,0 0 0,1 1 0,-1 1 0,-17 0 0,21 0-265,0 0 0,0 0 0,0 1 0,0 0 1,0 0-1,0 0 0,0 1 0,0 0 0,1 0 0,-1 1 0,1-1 0,-1 1 0,-5 5 0,-2 11-1820,11-5-2947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72 16392,'0'0'4340,"4"-12"-4129,11-35-86,-5 34-87,-3 16-32,0 17-18,-5 21 228,-1 1 0,-3-1 0,-1-1 0,-15 67 1,8-63 1204,-3 0 0,-19 44 0,32-88-1404,0 0 1,0 1-1,0-1 0,0 0 1,0 1-1,0-1 0,0 0 0,0 0 1,0 1-1,1-1 0,-1 0 1,0 0-1,0 0 0,0 1 1,0-1-1,1 0 0,-1 0 0,0 0 1,0 1-1,1-1 0,-1 0 1,0 0-1,0 0 0,1 0 1,-1 0-1,0 0 0,0 0 0,1 0 1,-1 1-1,0-1 0,0 0 1,1 0-1,-1 0 0,0 0 0,0 0 1,1 0-1,-1 0 0,0-1 1,1 1-1,-1 0 0,0 0 1,0 0-1,1 0 0,16-2-58,37-8-451,-2-2-1,73-28 0,-106 30-2039,-10-1-3142,-3-3-7132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5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75 5827,'0'0'18387,"-4"-9"-18147,3 8-234,-1-2 3,1 0 0,0 0 1,-1 0-1,1 0 1,1 0-1,-1 0 1,0 0-1,1 0 0,-1-5 1,1 7-10,1-1 0,-1 1 1,1 0-1,-1-1 0,1 1 1,-1 0-1,1-1 0,0 1 1,0 0-1,-1 0 0,1 0 0,0 0 1,0 0-1,0 0 0,0 0 1,0 0-1,1 0 0,-1 0 1,0 1-1,0-1 0,1 0 1,-1 1-1,0-1 0,1 1 0,-1-1 1,0 1-1,1 0 0,-1 0 1,1-1-1,1 1 0,0 0-8,0-1-1,0 0 0,0 1 1,0-1-1,0 1 1,0 0-1,0 0 0,0 0 1,0 1-1,0-1 1,-1 1-1,1-1 0,0 1 1,0 0-1,0 0 1,0 0-1,-1 1 0,1-1 1,-1 1-1,1-1 1,-1 1-1,1 0 0,-1 0 1,0 0-1,3 3 1,-2 1-14,0 0-1,0 0 1,0 0 0,-1 0 0,0 0 0,0 1 0,-1-1 0,0 1 0,0-1-1,0 11 1,1 11 190,-1 0-1,-2 1 1,0-1-1,-2 0 0,-2-1 1,0 1-1,-2-1 1,0 0-1,-2 0 0,-1-1 1,-25 46-1,25-58 457,8-12 24,6-4-158,8-4-462,7-3-23,1 0 0,1 1 0,0 2 0,36-8 0,91-5-408,-140 18 349,-4 1-359,18-4 225,-13-1-1727,-6-3-3287,-3-3-6635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6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29 159 10597,'0'0'12454,"-6"-6"-11630,3 2-738,1 3-70,1 0 0,-1-1 0,1 1 0,-1-1-1,1 1 1,0-1 0,-1 0 0,1 0-1,0 1 1,0-1 0,0 0 0,0 0 0,1 0-1,-1 0 1,1 0 0,-1 0 0,1 0-1,-1 0 1,1-1 0,0 1 0,0 0 0,0 0-1,0 0 1,1 0 0,-1 0 0,0 0-1,2-4 1,2 0-8,0 0-1,0 0 1,1 0-1,0 1 1,0 0-1,0 0 1,0 0-1,1 0 1,0 1-1,-1 0 1,2 0-1,7-3 0,-5 2-69,1 1-1,-1 1 0,1 0 1,0 0-1,0 1 0,0 0 1,0 1-1,13-1 0,-20 2-10,0 0 0,0 1-1,0-1 1,0 0-1,0 1 1,0 0 0,0 0-1,0 0 1,0 0 0,0 0-1,-1 1 1,1-1 0,0 1-1,-1-1 1,1 1-1,3 4 1,-2-2 0,-1 0-1,0 1 1,0-1-1,0 1 1,-1-1-1,0 1 1,1 0-1,-2 0 1,3 6-1,0 8-36,-1 1 0,0 0 0,-2 0 0,0 23 0,-1-25 154,-1 0 0,-1 0-1,0 0 1,-2 0 0,0 0-1,0-1 1,-2 0-1,0 0 1,-1 0 0,-1-1-1,-1 0 1,0 0 0,-1-1-1,0 0 1,-1-1-1,-1 0 1,0-1 0,-1 0-1,-17 12 1,12-15 522,18-10-554,0 0-1,0 0 0,0-1 0,-1 1 1,1 0-1,0 0 0,0 0 0,0 0 0,0 0 1,0 0-1,-1 0 0,1 0 0,0 0 1,0-1-1,0 1 0,0 0 0,0 0 0,0 0 1,0 0-1,0 0 0,0 0 0,0-1 1,0 1-1,-1 0 0,1 0 0,0 0 0,0 0 1,0-1-1,0 1 0,0 0 0,0 0 1,0 0-1,0 0 0,0 0 0,0-1 0,1 1 1,-1 0-1,0 0 0,0 0 0,0 0 1,0 0-1,0-1 0,0 1 0,0 0 0,0 0 1,0 0-1,0 0 0,0 0 0,1 0 1,-1-1-1,0 1 0,2-3 26,0-1-1,1 1 1,-1-1-1,1 1 1,-1 0-1,7-5 1,5-2-18,0 1 0,0 0 0,1 1 1,1 1-1,-1 0 0,1 1 0,0 0 0,0 2 1,23-5-1,15 2-973,82-2 0,-135 9 914,19-2-5493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6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73 19177,'0'0'1961,"10"19"-1847,36 58-132,-43-73 2,0 0 0,-1 0 0,2 0 1,-1-1-1,0 0 0,1 1 0,-1-1 1,1 0-1,0-1 0,0 1 0,0-1 0,1 0 1,-1 0-1,0 0 0,1 0 0,0-1 1,-1 0-1,1 0 0,0 0 0,-1 0 0,1-1 1,0 0-1,0 0 0,6-1 0,-10 1 11,0 0 0,1 0 0,-1 0 0,0 0 0,0 0 0,1-1 0,-1 1 0,0-1 0,0 1 0,1-1 0,-1 1 0,0-1 0,0 0 0,0 1 0,0-1 0,0 0 0,0 0 1,0 0-1,0 0 0,0 0 0,0 0 0,1-1 0,0-2 3,0 1 1,-1-1-1,1 1 0,-1-1 1,0 0-1,0 1 1,1-7-1,0-4 40,-1-1 1,0 1-1,-2-17 1,1 27-8,-1 0 0,0 1 0,1-1 1,-1 0-1,0 0 0,-1 1 1,1-1-1,-1 0 0,0 1 0,0 0 1,0-1-1,0 1 0,0 0 1,-1 0-1,1 0 0,-1 0 0,0 1 1,0-1-1,0 1 0,0-1 1,0 1-1,-7-3 0,2 1-24,-1 1-1,0 0 0,1 0 0,-1 1 1,0 0-1,-1 0 0,1 1 1,-16 0-1,22 1-81,1 0-1,-1 0 1,0 0 0,0 1-1,0-1 1,1 1 0,-1-1 0,0 1-1,0 0 1,1 0 0,-1 0-1,1 0 1,-1 1 0,1-1-1,-1 1 1,1 0 0,0-1 0,-3 4-1,3-3-372,1 1 0,-1-1-1,0 1 1,1 0-1,-1 0 1,1 0 0,0 0-1,0 0 1,0 0-1,0 5 1,-1 24-9389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7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62 304,'0'0'20260,"4"-10"-20212,12-30-32,-16 39-16,0 1 0,0-1 0,0 1 0,0-1 0,1 1-1,-1-1 1,0 1 0,1-1 0,-1 1 0,0-1 0,0 1 0,1-1 0,-1 1 0,1-1-1,-1 1 1,1 0 0,-1-1 0,0 1 0,1 0 0,-1-1 0,1 1 0,-1 0 0,1 0-1,0-1 1,-1 1 0,1 0 0,-1 0 0,1 0 0,-1 0 0,1 0 0,0 0-1,-1 0 1,1 0 0,-1 0 0,1 0 0,-1 0 0,1 0 0,0 0 0,-1 0 0,1 0-1,-1 1 1,1-1 0,-1 0 0,1 1 0,-1-1 0,1 1 0,12 18-6,-8 0 8,-2 1 0,0-1 0,0 1 0,-2-1-1,-1 1 1,-2 21 0,2 2 36,-1-15 268,-2 1 0,0-1 0,-2 0 0,-1-1 0,-1 1 0,-2-1 0,0-1-1,-16 30 1,-8-5 1199,32-49-1083,5-4-289,30-12-142,0 2-1,0 2 1,1 1 0,1 1-1,39-3 1,-68 11-91,55-11-1228,-25-4-2508,-22 2-1406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7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7 136 20473,'0'0'2260,"7"-16"-2132,26-49-75,-32 61-52,1 1-1,1-1 1,-1 1-1,0-1 1,1 1-1,-1 0 1,1 0-1,0 0 1,0 0-1,0 1 0,1-1 1,-1 1-1,0 0 1,1 0-1,0 0 1,-1 0-1,1 1 1,0 0-1,0-1 1,0 1-1,4 0 0,-5 1-1,0 0-1,-1 0 1,1 0-1,0 1 1,0-1-1,-1 1 1,1 0-1,-1 0 0,1 0 1,-1 0-1,1 0 1,-1 0-1,1 1 1,-1-1-1,0 1 1,0 0-1,0 0 0,0-1 1,0 1-1,0 0 1,-1 1-1,1-1 1,0 0-1,-1 0 1,0 1-1,2 3 0,2 6 1,-1 1-1,0-1 0,-1 1 0,-1 0 1,2 22-1,-2 68-14,-2-68 13,0-33 13,0 4 21,0-1 0,0 1 0,0-1 0,0 1 0,-1-1 1,0 0-1,0 1 0,-1-1 0,0 0 0,-3 8 0,5-51 1471,1 34-1509,0-1 0,1 1 0,-1-1 1,1 1-1,0-1 0,0 1 0,0 0 0,1 0 0,-1 0 0,1 0 0,0 0 0,0 1 0,1-1 0,-1 1 0,1 0 0,-1 0 0,1 0 0,4-2 0,-5 3-1,-1 1 0,0-1 0,1 1 0,-1 0 0,1 0 0,-1 0 0,1 0 0,0 0 0,-1 0 0,1 1 0,0-1 0,-1 1 0,1 0 0,0 0 0,0 0 0,-1 0 0,1 0-1,0 1 1,-1-1 0,1 1 0,0 0 0,-1 0 0,1 0 0,-1 0 0,1 0 0,-1 0 0,1 1 0,-1-1 0,0 1 0,0-1 0,0 1 0,0 0 0,3 3 0,0 2 2,-1 1 0,0-1 1,0 1-1,0 0 0,-1 0 0,0 0 1,-1 1-1,0-1 0,0 1 1,0-1-1,-1 11 0,1 17 45,-4 47 0,1-66-16,1-6 35,-1-1 1,-1 1 0,0 0 0,0 0-1,-1-1 1,0 0 0,-1 0-1,0 0 1,-1 0 0,0 0-1,-10 14 1,10-18-20,0 0 1,-1 1-1,0-2 1,0 1-1,0-1 0,-1 0 1,0 0-1,0 0 0,0-1 1,0-1-1,-1 1 0,0-1 1,1 0-1,-1-1 0,-14 3 1,8-2-178,1-2 0,-1 0 1,0 0-1,1-1 0,-19-3 1,25 2-294,1 0 0,-1-1 0,0 0 0,1 0 0,-1-1 0,1 0 0,-8-4 0,-25-24-5724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8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81 11749,'0'0'9373,"1"-6"-9064,0 2-290,0 0 0,1 1 0,-1-1 0,1 1 0,0-1-1,0 1 1,0 0 0,0 0 0,0 0 0,1 0 0,-1 0 0,1 0 0,0 1-1,0-1 1,0 1 0,0 0 0,1-1 0,5-1 0,-4 1-18,-1 1 0,1 0 0,-1 0 1,1 1-1,-1-1 0,1 1 0,0 0 0,0 0 0,0 1 1,0 0-1,0-1 0,-1 2 0,1-1 0,0 0 1,0 1-1,8 2 0,-10-2-5,-1 1 1,0-1-1,0 0 0,0 1 0,0-1 1,0 1-1,-1 0 0,1-1 0,0 1 1,-1 0-1,1 0 0,-1 0 1,0 0-1,0 1 0,0-1 0,0 0 1,0 0-1,0 1 0,0-1 0,0 3 1,6 53-59,-7-54 58,1 22-15,-1-1 1,-2 1 0,0 0-1,-2-1 1,-1 1-1,-8 24 1,1-14 111,-1-1 0,-3 0 0,-27 48 0,31-64 81,8-9 21,-2 0 0,1-1 0,-1 0 0,-1 0 0,0-1 0,0 0 0,-12 11 0,21-29 1089,4-7-1280,-2 13 3,0-1-1,0 1 1,0-1-1,0 1 1,1 0-1,-1 1 0,1-1 1,0 1-1,0 0 1,0 0-1,1 0 1,-1 1-1,1 0 0,-1 0 1,1 1-1,0-1 1,0 1-1,7-1 1,11 1-34,0 1 1,0 1 0,33 5 0,23 1-731,-76-7 405,0 0 0,-1 0 0,1 0 0,0 0 0,0-1-1,-1 1 1,1-1 0,-1 0 0,1 0 0,-1 0 0,1-1-1,-1 1 1,0-1 0,1 0 0,-1 0 0,0 0 0,0 0 0,0 0-1,3-5 1,20-30-10442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9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36 17576,'0'0'1958,"11"18"-1680,37 56-105,-43-66-160,0-1 0,1 0-1,0 0 1,0 0 0,13 10-1,-16-15-12,0 0-1,0 0 0,0-1 1,1 1-1,-1-1 0,0 0 1,1 0-1,-1 0 0,1 0 1,-1 0-1,1-1 0,0 0 1,3 1-1,-6-2-8,1 1 0,0 0 0,-1-1 0,1 1 1,0-1-1,-1 1 0,1-1 0,-1 0 0,1 0 0,-1 0 1,1 0-1,-1 0 0,0 0 0,1 0 0,-1 0 0,0 0 1,0-1-1,0 1 0,0 0 0,0-1 0,0 1 0,0-1 0,-1 1 1,1-1-1,0 0 0,-1 1 0,1-1 0,-1 1 0,0-1 1,0 0-1,1-2 0,0-10 2,1 1 1,-2 0-1,0-14 1,-1 12 13,1 12 40,0 0 0,0 0 0,0 0-1,-1 1 1,0-1 0,1 0-1,-1 0 1,0 0 0,-1 0 0,1 1-1,0-1 1,-1 0 0,1 1-1,-1-1 1,0 1 0,0 0-1,0 0 1,0-1 0,0 1 0,0 1-1,-1-1 1,1 0 0,-1 0-1,1 1 1,-1 0 0,0-1 0,0 1-1,1 0 1,-1 0 0,-5-1-1,-3 0 230,0 0 1,-1 1-1,1 0 0,-1 1 0,1 0 0,-22 3 0,30-2-255,0-1 0,0 1 1,0 0-1,1 0 0,-1 0 1,0 0-1,0 1 0,1-1 1,-1 1-1,1-1 0,-1 1 1,1 0-1,0 0 1,-4 4-1,5-5-214,0 1 0,-1-1 0,2 1-1,-1-1 1,0 1 0,0 0 0,0-1 0,1 1 0,-1 0 0,1 0 0,0-1-1,-1 1 1,1 0 0,0 0 0,0 0 0,0-1 0,0 1 0,0 0 0,0 0-1,1 0 1,-1-1 0,1 1 0,-1 0 0,1 0 0,1 1 0,10 10-7672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38 23371,'0'0'2905,"4"-7"-2852,-3 4-52,1 1-1,-1 0 0,1-1 0,-1 1 1,1 0-1,0 0 0,0 0 1,0 0-1,0 1 0,1-1 0,-1 0 1,0 1-1,4-2 0,-4 3 0,0-1-1,0 1 1,0 0-1,0 0 1,0 0-1,0 0 1,0 0-1,0 0 1,0 1-1,0-1 1,0 0-1,0 1 1,0 0-1,0 0 1,0-1-1,0 1 1,0 0-1,-1 0 1,1 1-1,0-1 1,-1 0-1,1 1 1,2 2-1,3 3-2,-1 0-1,0 0 0,0 1 0,-1 0 0,0 0 0,0 1 0,-1-1 1,0 1-1,0 0 0,-1 0 0,0 0 0,2 19 0,0 6 19,-2 0 0,-1 43 0,-2-59-11,-1-1 1,-1 1-1,-1-1 0,0 1 1,-1-1-1,-1 0 1,-10 22-1,11-29 18,0-1 0,-1 0 0,-1 0 0,1 0 0,-1-1 0,-1 0 0,0 0 0,0-1 0,0 1 0,-1-1 0,0-1 0,0 0 0,-1 0 1,-9 5-1,16-10 6,1-1 0,0 1 1,-1 0-1,1-1 1,-1 1-1,1-1 0,-1 1 1,1-1-1,-1 1 1,0-1-1,1 0 0,-1 0 1,1 0-1,-1 0 1,0 0-1,1 0 1,-1-1-1,-2 0 0,4 1-6,-1-1 0,0 1-1,0-1 1,1 1-1,-1-1 1,1 0 0,-1 1-1,1-1 1,-1 0 0,1 0-1,-1 1 1,1-1-1,-1 0 1,1 0 0,0 0-1,-1 0 1,1 1 0,0-1-1,0 0 1,0 0-1,0 0 1,0 0 0,0-1-1,0-1-7,0-1 0,1 1-1,-1 0 1,1 0 0,0 0-1,0 0 1,0 0 0,1 0-1,-1 0 1,0 0 0,1 1-1,0-1 1,0 0 0,0 1-1,0-1 1,0 1 0,4-3-1,4-2 9,0 1 0,1 1 0,0-1 0,0 2 0,0-1 0,1 2 1,0-1-1,-1 2 0,17-3 0,15 2-599,57 1-1,-21 1-5667,-63 0-4221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39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18056,'0'0'7324,"0"14"-7012,4 40 36,13 65 1,5 50-56,-20-128-286,-1-19 2,0 0 0,6 29 0,-7-50-14,1 1 1,-1-1-1,1 0 0,-1 0 1,1 0-1,-1 0 0,1 1 0,0-1 1,-1 0-1,1 0 0,0 0 0,0 0 1,0-1-1,0 1 0,0 0 0,0 0 1,0 0-1,0-1 0,0 1 0,0 0 1,0-1-1,0 1 0,0-1 0,1 0 1,-1 1-1,0-1 0,0 0 0,1 0 1,-1 0-1,0 1 0,0-1 0,1-1 1,-1 1-1,0 0 0,1 0 1,-1 0-1,0-1 0,0 1 0,0 0 1,1-1-1,1-1 0,3 0-23,1-1 1,-1 0-1,1 0 1,-1-1-1,0 0 1,5-5-1,10-8-214,53-49 483,-65 57-958,-1 0 1,-1-1-1,9-12 0,-13 14-4069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0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19241,'0'0'1753,"-1"17"-870,-7 275 2929,13-184-3105,-2 278 61,-3-380-738,0 1 0,0 0-1,-1-1 1,0 1-1,-1-1 1,0 1 0,0-1-1,0 1 1,-1-1-1,-5 10 1,8-16-35,0 0 0,0 0 0,0 0 0,0 0 1,0 1-1,0-1 0,0 0 0,0 0 0,0 0 0,0 0 0,0 1 0,-1-1 1,1 0-1,0 0 0,0 0 0,0 0 0,0 0 0,0 0 0,0 0 1,-1 1-1,1-1 0,0 0 0,0 0 0,0 0 0,0 0 0,-1 0 0,1 0 1,0 0-1,0 0 0,0 0 0,0 0 0,-1 0 0,1 0 0,0 0 1,0 0-1,0 0 0,0 0 0,-1 0 0,1 0 0,0 0 0,0 0 0,0 0 1,0 0-1,-1 0 0,1-1 0,0 1 0,0 0 0,0 0 0,-1 0 0,-2-13-631,2-21-1272,1 30 1460,1-48-5550,2-10-6671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5 13926,'0'0'8490,"0"7"-8269,-35 454 139,35-453-333,-4-84 116,-26-149 0,5 65 363,25 159-478,0 0 0,0 1 0,0-1 0,0 0 0,0 0 0,0 0 0,1 1 0,-1-1 1,0 0-1,0 0 0,1 0 0,-1 1 0,1-1 0,-1 0 0,1 1 0,-1-1 0,1 1 0,-1-1 0,1 0 0,0 1 0,-1-1 0,1 1 0,0-1 0,-1 1 0,1 0 0,0-1 0,0 1 0,-1 0 0,1-1 0,0 1 0,0 0 0,0 0 0,-1 0 0,1 0 0,0 0 0,0 0 0,0 0 0,0 0 0,-1 0 1,1 0-1,0 0 0,1 1 0,41 6 15,4 8 32,0 3 0,-2 1 0,63 38 0,-51-27-79,164 97-2707,-202-119-1829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2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19721,'0'0'3666,"-13"110"-3538,13-18-32,0 10-64,0 1-32,0-12-16,7-16 16,3-19-80,0-15-32,9-19-513,0-15-1135,1-7-946,1-16-4657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2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20345,'0'0'3154,"0"23"-3128,3 72-18,-3-87-6,1 0-1,1 0 0,-1 0 1,1 0-1,1-1 0,-1 1 0,7 11 1,-8-17 0,0 1 0,0-1 0,0 0 0,1-1 0,-1 1 0,1 0 0,-1 0 0,1-1 0,0 1 0,0 0 0,0-1 0,0 0 0,0 0 0,0 1 0,0-1 0,0 0 0,0 0 0,0-1 0,0 1 0,1 0 0,-1-1 0,0 0 0,3 1 0,-3-1 1,-1 0 0,0-1 0,1 1 0,-1 0 0,0-1 0,1 1-1,-1-1 1,0 1 0,0-1 0,1 1 0,-1-1 0,0 0 0,0 0 0,0 0 0,0 0 0,0 1 0,0-1-1,0-1 1,1 0 0,14-31 86,-11 17-31,-1 0 0,2-23-1,-4 23 38,-1 0 1,0 1-1,-1-1 0,-4-31 0,3 43-76,1 0 0,-1 0 0,0 0 0,0 0 0,0 0 0,-1 1 1,0-1-1,1 1 0,-1-1 0,0 1 0,-1-1 0,1 1 0,0 0 0,-1 0 0,0 0 0,0 1 0,0-1 0,0 1 0,0-1 0,0 1 0,-1 0 0,1 0 0,-1 0 0,1 1 0,-6-2 0,8 2-32,-1 1 0,0 0 0,0-1 0,0 1 0,1 0 0,-1 0 0,0 0 0,0 0 0,0 1 0,1-1 0,-1 0 0,0 1 0,0-1 0,1 1 0,-1 0 0,0-1 0,1 1 0,-1 0 0,1 0 0,-1 0 0,1 0 0,-1 0 0,1 1 0,0-1 0,-1 0 0,1 1 0,0-1 0,0 1 0,0-1 0,0 1 0,0-1 0,1 1 0,-1 0 0,0-1 0,1 1 0,-1 0 0,1 0 0,-1 3 0,-2 8-821,1 0-1,1 1 1,0-1 0,1 15 0,0-19-349,0 46-8203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2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170 386 9284,'0'0'14666,"-1"-19"-14493,0 9-164,0-9-6,0 1 1,2 0 0,0-1 0,1 1 0,6-25 0,-1 10-28,-1-1 0,-1 1 0,0-49 0,-5 80 25,0 1 1,0-1-1,0 1 0,0-1 1,0 1-1,0-1 1,0 1-1,-1-1 0,1 1 1,-1 0-1,1-1 0,-1 1 1,1-1-1,-1 1 0,0 0 1,0 0-1,1-1 0,-1 1 1,0 0-1,0 0 0,0 0 1,-1 0-1,1 0 1,0 0-1,0 0 0,0 0 1,-1 1-1,-1-2 0,0 1 4,-1 1 1,1-1-1,-1 1 0,1 0 0,-1 0 0,0 0 1,1 0-1,-1 0 0,1 1 0,-1 0 0,-5 2 0,0 0 68,1 1-1,-1 1 1,1 0-1,0 0 0,1 0 1,-1 1-1,1 0 1,0 1-1,1 0 1,-1 0-1,1 0 0,1 1 1,-1-1-1,1 1 1,1 1-1,0-1 0,0 1 1,0-1-1,1 1 1,-3 15-1,6-21-66,0-1 0,0 0 0,0 0 0,0 0 0,0 0-1,1 0 1,-1 0 0,1 0 0,-1 0 0,1 0 0,0 0 0,0 0 0,0 0 0,0 0 0,0 0-1,0 0 1,1-1 0,-1 1 0,0 0 0,1-1 0,0 0 0,-1 1 0,1-1 0,0 0-1,-1 0 1,1 1 0,0-1 0,0-1 0,0 1 0,4 1 0,5 1-9,1 0 1,-1-1-1,1-1 1,17 1 0,-18-1 5,20 0-26,-3 0-119,-1 1 0,1 1-1,49 12 1,-71-13 121,0 0 0,1 0 0,-1 1 0,0 0 0,0 0 0,0 0 1,-1 0-1,1 1 0,-1 0 0,0 1 0,0-1 0,0 1 0,-1 0 0,0 0 1,0 0-1,0 0 0,0 1 0,-1 0 0,0-1 0,0 1 0,3 10 0,-2-1 100,-1 1 0,-1-1-1,0 1 1,-1 0-1,-1-1 1,-1 1 0,0 0-1,-1 0 1,0-1-1,-1 1 1,-1-1 0,-8 20-1,29-48 208,111-139-737,-103 117-2871,22-44 1,-20 25-6748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3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20025,'0'0'4322,"23"151"-4274,-3-62-32,-3 7-16,-7-5 0,-8-11 0,-2-17-160,0-16-512,0-23-1457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3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1 335 14455,'0'0'4087,"23"-7"-3268,5 0-627,-5 1-42,-1-1 0,1-1 0,-2 0 0,33-19 0,-35 16-93,0-1-1,-1-1 1,0 0 0,-1-2 0,18-19 0,-28 27-59,-1 0 1,0-1-1,-1 1 1,1-1-1,-2 0 0,1 0 1,-1-1-1,0 0 1,-1 1-1,0-1 0,0 0 1,-1-1-1,0 1 1,1-16-1,-3 23 102,-1 1-1,0-1 1,1 1-1,-1 0 1,0-1-1,0 1 1,0 0-1,0-1 1,0 1-1,0 0 1,0 0-1,-1 0 1,1 0-1,0 0 1,0 0-1,-1 0 1,1 1-1,-1-1 1,1 0-1,-1 1 1,1-1 0,-1 1-1,1 0 1,-1-1-1,1 1 1,-1 0-1,0 0 1,1 0-1,-1 0 1,1 0-1,-1 0 1,1 1-1,-1-1 1,0 0-1,1 1 1,-1-1-1,1 1 1,0 0-1,-1-1 1,1 1-1,-1 0 1,0 1-1,-1 1-35,2 0 0,-1 0 0,0 0 0,1 0 0,-1 0 0,1 1 0,0-1 0,0 0 0,0 1 0,1-1 0,-1 6 0,-1 44 120,3-35-116,1 70 33,24 160 0,-10-146-98,14 76 26,-20-147-14,-10-31-14,0 1 0,0-1 0,1 0-1,-1 1 1,0-1 0,1 0 0,-1 1 0,0-1 0,1 0 0,-1 1-1,0-1 1,1 0 0,-1 0 0,0 1 0,1-1 0,-1 0-1,1 0 1,-1 0 0,0 0 0,1 1 0,-1-1 0,1 0 0,-1 0-1,1 0 1,0 0 1,0-1 0,0 1 0,0-1 0,0 1 0,-1-1 0,1 1 0,0-1 0,0 1 0,-1-1 0,1 1 0,0-1 0,-1 0 0,1 0 0,-1 1 0,1-1 0,0-2 0,11-18 40,-1 0 1,15-45 0,5-10-49,-24 62-3,0 0 0,1 1 0,0 0 0,1 1 1,0 0-1,13-13 0,-19 22 9,-1 1 0,0 0 0,1-1 1,0 1-1,-1 0 0,1 1 0,0-1 1,0 0-1,0 1 0,0 0 0,0-1 1,0 1-1,0 1 0,1-1 1,-1 0-1,0 1 0,1-1 0,-1 1 1,0 0-1,1 0 0,-1 1 0,0-1 1,1 1-1,-1-1 0,0 1 0,0 0 1,0 0-1,0 0 0,0 1 0,0-1 1,0 1-1,0 0 0,0 0 0,0 0 1,2 2-1,28 30 76,-26-25-21,1-1 1,0 0 0,0 0 0,0-1 0,1 0-1,12 7 1,-19-13-39,1 0 1,-1 0-1,1 0 0,-1-1 0,1 1 1,0 0-1,0-1 0,-1 0 0,1 0 0,0 0 1,-1 0-1,1 0 0,0 0 0,0-1 1,-1 1-1,1-1 0,0 0 0,-1 1 1,1-2-1,-1 1 0,1 0 0,-1 0 1,0-1-1,1 1 0,-1-1 0,0 0 1,0 1-1,0-1 0,0 0 0,2-4 0,8-8 9,0-1 0,-1 0-1,-1-1 1,-1 0 0,0 0-1,-1-1 1,-1 0-1,-1 0 1,7-30 0,-9 30-1146,-1-1 1,-1 1 0,0-22 0,-2 12-5978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5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14759,'0'0'6517,"0"11"-6250,6 244 1238,1-120-913,-6-72-378,-2-30-153,2 1 0,1 0 0,2-1-1,1 1 1,10 35 0,-14-66-60,-1-1 0,1 0 0,0 0-1,-1 1 1,1-1 0,0 0 0,0 0 0,1 0 0,-1 0-1,0 0 1,1 0 0,-1-1 0,1 1 0,-1 0 0,1-1-1,0 1 1,0-1 0,0 0 0,0 1 0,0-1 0,0 0-1,0 0 1,0 0 0,0-1 0,1 1 0,-1 0 0,0-1-1,0 0 1,1 1 0,-1-1 0,0 0 0,1 0 0,-1 0 0,0 0-1,1-1 1,-1 1 0,0-1 0,0 1 0,1-1 0,1-1-1,5-2-45,1-1 0,-1 0-1,-1 0 1,1-1 0,-1 0 0,0-1-1,13-13 1,7-11-1545,0-2 0,26-41 0,-8-3-5654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5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16952,'0'0'8548,"132"-76"-8388,-63 52-160,-3 1-1185,-14 7-2593,-15 4-4113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5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15159,'0'0'8340,"168"-54"-8340,-98 26-737,-4-1-2288,-10 1-6996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6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243 207 16343,'0'0'2436,"-12"-19"-832,-3-5-1176,-5-9 886,-45-56 1,60 83-973,-1 0 0,0 0 0,-12-9-1,17 14-316,0 1-1,0-1 1,0 0-1,0 0 1,0 1-1,0-1 0,0 1 1,0-1-1,0 1 1,0-1-1,0 1 1,0-1-1,0 1 1,0 0-1,0 0 0,-1 0 1,1 0-1,0 0 1,0 0-1,0 0 1,0 0-1,0 0 0,-1 0 1,1 0-1,0 1 1,0-1-1,0 1 1,0-1-1,0 1 0,0-1 1,0 1-1,0-1 1,0 1-1,0 0 1,0-1-1,1 1 0,-1 0 1,0 0-1,0 0 1,0 1-1,-5 9-22,1 1 0,0 0 0,1 0 0,0 0 0,-2 19 0,-8 69-2,13-85 1,-8 178-153,9-192 141,0-1 1,0 1-1,0 0 0,0-1 0,0 1 0,1 0 0,-1-1 0,0 1 0,0 0 0,0-1 0,1 1 0,-1-1 0,0 1 0,1 0 0,-1-1 0,0 1 0,1-1 0,-1 1 1,1-1-1,-1 1 0,1-1 0,-1 1 0,1-1 0,-1 0 0,1 1 0,-1-1 0,1 0 0,0 1 0,-1-1 0,1 0 0,-1 0 0,2 1 0,0-1-7,-1 0-1,1 0 0,-1 0 1,1 0-1,0 0 1,-1-1-1,1 1 0,-1 0 1,1-1-1,-1 1 1,1-1-1,-1 1 0,0-1 1,1 0-1,1-1 0,6-7-38,1-1-1,-2 0 0,1 0 1,-1-1-1,-1 0 0,0 0 1,9-20-1,-7 15 10,57-121 29,-66 137 24,1 0 0,-1 0 0,0 0 0,1 0 1,-1 0-1,0 0 0,1 0 0,-1 0 0,0 0 0,0 0 0,1 0 0,-1 0 0,0 0 0,1 0 0,-1 0 0,0 0 0,0 0 0,1 0 1,-1 1-1,0-1 0,1 0 0,-1 0 0,0 0 0,0 1 0,0-1 0,1 0 0,-1 0 0,0 0 0,0 1 0,0-1 0,1 0 0,-1 1 0,0-1 1,0 0-1,0 0 0,0 1 0,0-1 0,0 0 0,0 1 0,32 80 196,-28-66-200,1 0 0,0 0 1,1-1-1,1 1 0,0-1 0,1-1 1,1 0-1,0 0 0,20 21 0,-27-31-34,1-1-1,0 0 1,0 0 0,0 0-1,0-1 1,0 1-1,0 0 1,1-1-1,3 1 1,-6-1 0,0-1 1,1 0 0,-1 0-1,0 0 1,0 0-1,0 0 1,1 0 0,-1 0-1,0 0 1,0 0-1,0 0 1,0-1 0,1 1-1,-1 0 1,0-1-1,0 1 1,0-1 0,0 0-1,0 1 1,0-1-1,0 0 1,0 1 0,0-1-1,0 0 1,-1 0 0,1 0-1,0 0 1,0 0-1,-1 0 1,1 0 0,0-1-1,3-8-53,0 1-1,-1-2 1,0 1 0,-1 0-1,3-21 1,0-59 90,-4 66 1,-1-171 2884,0 194-2409,15 11-168,26 33-402,-2 2 1,48 72-1,-76-102-81,-1 1 0,-1 1 0,-1 0 0,0 0 0,-1 1 0,6 23 0,-11-34 161,0 0-1,-1 0 0,0 0 0,0 1 1,-1-1-1,0 0 0,0 1 0,-1-1 1,0 0-1,0 1 0,-1-1 0,0 0 1,0 0-1,0 0 0,-1-1 0,0 1 1,0 0-1,-1-1 0,-5 7 0,2-4 45,0-1-1,-1-1 0,0 1 1,0-1-1,-1-1 0,1 1 0,-2-1 1,1-1-1,-1 0 0,1 0 1,-1-1-1,-1 0 0,1-1 0,0 0 1,-1-1-1,0 0 0,1 0 0,-20-1 1,29-1-83,0 0 0,0 0 0,0 0 0,0 0 0,0 0 0,0-1 0,-1 1 0,1 0 0,0-1 0,0 1 0,0-1 0,0 1 0,0-1 0,0 1 0,1-1 0,-1 0 0,0 1 0,0-1 0,0 0 0,0 0 0,1 0 0,-1 0 0,-1-1 0,-1-26-3193,3 20 2089,-1-48-10220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6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20842,'0'0'6130,"0"19"-6090,22 204 31,1-15-56,-20-136-13,7 63-15,-6-187-2340,-2 3-1627,2-3-3584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6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6339,'0'0'19721,"129"3"-18937,-59-5-624,2-14-160,-5-9-1840,-15 5-7381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7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1 171 14102,'0'0'9266,"13"20"-9069,-2-2-163,6 7-1,-1 2 0,-2-1 0,14 37 0,-13-23-22,-8-18 8,1-1 0,0-1 0,2 1 0,23 35 1,-33-55-20,1 0 1,0 0-1,0 0 1,-1 1-1,1-1 1,0 0-1,0 0 1,0 0-1,0-1 1,1 1-1,-1 0 1,0 0-1,0 0 1,0-1-1,1 1 1,-1-1-1,0 1 1,1-1-1,-1 1 1,0-1-1,1 0 1,-1 0-1,0 0 1,1 0-1,-1 0 1,1 0-1,-1 0 1,0 0-1,1 0 1,-1-1 0,1 1-1,-1 0 1,0-1-1,0 1 1,1-1-1,-1 0 1,0 1-1,0-1 1,1 0-1,-1 0 1,0 0-1,0 0 1,1-1-1,3-4 7,0 1 0,-1-1-1,0-1 1,0 1 0,0-1-1,4-10 1,5-20 50,17-73 0,-21 70-31,22-58-1,-29 93-18,0-1 0,0 1 0,1 0-1,0 0 1,0 1 0,0-1-1,1 0 1,0 1 0,-1 0 0,9-7-1,-10 10 4,1-1 0,0 1 0,-1 0 1,1-1-1,0 1 0,0 0 0,-1 1 0,1-1 0,0 0 0,0 1 0,0 0 0,0 0 0,0 0 0,0 0 0,0 0 0,0 0 0,0 1 0,0-1 0,0 1 0,-1 0 0,1 0 0,0 0 0,2 2 0,15 8 41,-1 2 1,-1 0-1,0 1 0,-1 0 0,-1 2 1,23 26-1,9 8 65,-42-45-100,11 11 15,0 0 0,37 25 0,-49-38-22,-1 0 0,1 0 0,0-1-1,0 1 1,0-1 0,0 0-1,0-1 1,1 1 0,-1-1-1,0 0 1,1-1 0,-1 1 0,1-1-1,-1 0 1,1 0 0,-1-1-1,1 1 1,7-3 0,-9 1 43,0 0 1,0 0-1,0-1 0,-1 0 1,1 1-1,-1-1 0,1-1 1,-1 1-1,0 0 0,0-1 1,-1 1-1,1-1 1,-1 0-1,0 0 0,0 0 1,0 0-1,0 0 0,1-5 1,1-6 159,1 0 1,-2 0-1,0 0 0,1-17 1,-2 7 70,-1 0 0,-1 0 0,-5-35 0,4 54-268,0 0 1,0 0 0,0 0-1,-1 0 1,0 0 0,0 0 0,-1 0-1,1 1 1,-1-1 0,0 1-1,-1 0 1,0 0 0,1 0 0,-1 0-1,-1 1 1,1 0 0,-1-1-1,0 2 1,-6-6 0,10 9-43,1 0 1,0 0-1,-1-1 1,1 1-1,0 0 1,-1 0-1,1-1 1,0 1-1,-1 0 1,1 0-1,0 0 1,-1 0-1,1 0 1,-1 0-1,1 0 1,0 0-1,-1 0 1,1 0-1,-1 0 1,1 0-1,0 0 1,-1 0-1,1 0 1,0 0-1,-1 0 1,1 0-1,-1 0 1,1 0-1,0 1 1,-1-1-1,1 0 1,-1 13-1395,13 15-2988,10 5-3691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8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27 19977,'0'0'5395,"-1"16"-5262,1 50-112,0-64-39,0 0-1,0 0 0,1 0 0,-1 0 1,1 1-1,-1-1 0,1 0 0,0 0 0,0 0 1,0 0-1,0 0 0,1-1 0,-1 1 1,0 0-1,1 0 0,-1-1 0,1 1 1,-1-1-1,1 0 0,0 1 0,0-1 0,0 0 1,0 0-1,2 1 0,2 0-91,0-1 1,-1 1-1,1-1 0,0-1 1,0 1-1,9-1 0,-12 0 69,-1 0 20,0-1-1,0 1 1,0 0-1,0-1 1,0 1-1,0-1 1,0 1-1,0-1 1,-1 0-1,1 0 1,0 0-1,0 0 1,-1 0-1,1 0 1,0 0-1,-1-1 1,1 1-1,-1 0 1,0-1-1,0 0 1,1 1-1,-1-1 1,0 0-1,0 1 1,0-1-1,-1 0 1,1 0-1,0 0 1,0-2-1,1-4-38,0 0 0,-1 0 0,0-1 0,0 1 0,-1-17 0,-1 23 73,1 0 0,0 0 0,-1 0 0,1 0 0,-1 0 0,1 0 0,-1 0 0,0 0 0,0 0 0,0 0 1,0 1-1,0-1 0,0 0 0,-1 1 0,1-1 0,0 1 0,-1-1 0,1 1 0,-4-3 0,0 1 54,1 1-1,0 0 1,-1 0-1,1 0 1,-1 1-1,1-1 1,-1 1 0,-8-1-1,5 1 18,1 0 0,0 1 0,-1 0 0,1 0 0,-1 1 0,1 0 0,-1 0 0,1 1 0,0 0 0,0 0 0,0 1 0,-7 3 1,8-2-33,1 1 1,0 0-1,-1 0 1,2 0-1,-1 0 1,1 1-1,0 0 1,0 0-1,0 0 1,1 1-1,0-1 1,0 1-1,1 0 1,0 0-1,0 0 1,0 0-1,1 0 1,-1 10-1,1-6-39,1 0 0,0 1 1,0-1-1,1 1 0,0-1 0,1 0 0,0 0 0,1 0 0,0 0 0,1 0 1,5 11-1,-3-13-15,0 1 1,0-1-1,0 0 0,1-1 1,1 0-1,-1 0 0,1 0 1,1-1-1,-1 0 1,1-1-1,0 0 0,1 0 1,11 5-1,-14-8-29,1 0-1,-1-1 1,1 0 0,0 0-1,0 0 1,-1-1-1,1 0 1,0-1 0,0 0-1,1 0 1,-2-1 0,1 0-1,0 0 1,0-1-1,0 0 1,0 0 0,-1-1-1,14-6 1,-8 1-55,-1 0 0,0 0 0,0-1 0,-1-1 1,0 1-1,-1-2 0,12-14 0,-15 16-454,-1 0 0,1 0 1,-2 0-1,1-1 0,-1 0 0,-1 0 1,0 0-1,0-1 0,-1 1 0,2-15 0,-3-10-6369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8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21050,'0'0'4727,"-8"18"-4631,2-7-89,2-5-4,1 1-1,0 0 1,0 0 0,0 0 0,-2 13 0,5-17-3,0 0-1,-1 0 1,1 0-1,0 1 1,1-1-1,-1 0 1,0 0-1,1 0 1,0 0-1,0 0 1,0 0-1,0 0 1,0 0-1,1 0 1,-1-1-1,1 1 1,0 0-1,-1-1 1,1 1-1,4 2 1,16 16-235,34 24 1,-34-29-338,-2 0 1,25 26 0,-42-38 498,0-1 0,0 1 1,-1-1-1,1 1 0,-1 0 0,0 0 0,0 0 0,-1 0 0,1 0 1,-1 0-1,1 8 0,-1-10 70,-1 1-1,0-1 1,0 1 0,0-1-1,0 1 1,-1-1 0,1 0-1,-1 1 1,1-1 0,-1 1-1,0-1 1,0 0 0,0 1 0,0-1-1,-1 0 1,1 0 0,0 0-1,-1 0 1,1 0 0,-1 0-1,-3 2 1,-8 6-9,-1-2-1,1 0 0,-1-1 1,-1 0-1,1-1 1,-1 0-1,0-1 1,0-1-1,-25 3 1,22-6-2107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22602,'0'0'5203,"10"26"-4424,-2-3-627,87 257 923,-76-189-1024,6 105-1,0-3-140,-25-190 58,1-1 1,-1 0 0,0 0-1,1 0 1,-1 1-1,1-1 1,0 0 0,0 0-1,0 0 1,0 0 0,0 0-1,0-1 1,0 1-1,1 0 1,-1 0 0,3 2-1,-4-4 4,1 0 0,-1 0 0,1 0 0,-1 0 0,0 0 0,1 0 0,-1 0 0,0 0 0,1 0 0,-1 0 0,1 0 0,-1 0 1,0 0-1,1 0 0,-1 0 0,0 0 0,1 0 0,-1-1 0,0 1 0,1 0 0,-1 0 0,0 0 0,1-1 0,-1 1 0,0 0 0,1 0 0,-1-1 0,0 1 0,0 0 0,1-1 0,8-21-871,6-54-4517,-11 33-1147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9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1 185 8852,'0'0'18248,"134"-52"-17879,-55 15-369,0-1-305,-11 5-2976,-20 9-7316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4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162 484 7347,'0'0'14436,"6"-23"-14342,-5 21-94,59-178 2,-17 60-261,-39 106 239,0 0 0,-2 0 1,0-1-1,-1 1 0,0-1 1,-2-25-1,1 38 23,0 1 0,-1 0 0,1-1 1,0 1-1,-1 0 0,1-1 0,-1 1 0,0 0 1,1 0-1,-1-1 0,0 1 0,0 0 0,1 0 1,-1 0-1,0 0 0,0 0 0,0 0 0,-1 0 1,1 0-1,0 1 0,0-1 0,0 0 0,-2 0 1,-1 0 31,1 0 1,-1 0-1,1 0 0,-1 1 1,1-1-1,-1 1 1,0 0-1,1 0 1,-5 1-1,1-1 73,-1 2 1,0-1-1,1 1 0,0 0 1,-1 0-1,1 1 0,0 0 1,-9 6-1,7-2-9,1 0 0,-1 1-1,2 0 1,-1 1 0,1 0 0,0 0 0,1 0 0,0 1 0,1 0 0,0 0 0,0 0 0,1 1-1,0 0 1,-3 15 0,5-17-88,1 0 0,-1 0 1,1 1-1,1-1 0,0 1 0,0-1 0,1 1 0,0-1 0,1 0 0,0 1 0,0-1 1,1 0-1,0 0 0,1 0 0,0-1 0,0 1 0,8 10 0,7 4-159,1-1 0,2-1 0,0-1 0,1-1 0,27 18 0,36 29-1680,-81-62 1710,-1 0-1,0 1 0,1-1 0,-2 1 0,1 0 1,0 0-1,3 8 0,-6-11 111,0 0-1,-1-1 1,1 1 0,0 0 0,-1 0-1,1 0 1,-1 0 0,0 0 0,0 0-1,0 0 1,0 0 0,0 0-1,0 0 1,0 0 0,-1 0 0,1 0-1,0 0 1,-1 0 0,0-1-1,0 1 1,1 0 0,-1 0 0,0 0-1,0-1 1,-1 1 0,-1 2-1,-3 1 53,1 0 0,-1-1 0,0 0 0,0 0 0,-1-1 0,1 0 0,-1 0-1,1 0 1,-1-1 0,0 0 0,0 0 0,0-1 0,-8 1 0,-18 2 550,-50-2 1,66-2-520,2 0-447,1 1 627,1-1 1,0 0-1,-21-4 1,31 3-364,1 1-1,0-1 1,0 0 0,-1 1 0,1-1-1,0 0 1,0-1 0,0 1 0,0 0-1,0 0 1,-2-3 0,3 3-112,0 0 1,0 0-1,1 0 0,-1 0 1,1 0-1,-1 0 1,0 0-1,1 0 1,0-1-1,-1 1 0,1 0 1,0 0-1,-1-1 1,1 1-1,0 0 0,0 0 1,0-1-1,0 1 1,0 0-1,1-1 0,-1-1 1,7-16-10074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50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20265,'0'0'3866,"-3"17"-3767,2-8-77,-2 2-2,1-1 0,1 0 0,0 1 0,0-1 0,1 1 0,1 0 0,-1-1 0,2 0 0,-1 1 0,6 16 1,-6-25-22,5 17 3,2 0 1,0 0-1,21 34 0,-26-49-34,-1 0 0,1 0 0,0-1 0,1 1 0,-1-1 0,0 1 0,1-1 0,0 0 0,0-1 0,0 1 0,0 0 0,0-1 0,0 0 0,1 0 0,-1 0-1,1-1 1,-1 0 0,1 0 0,0 0 0,0 0 0,-1 0 0,10-1 0,-11-1 29,-1 1 0,1 0-1,-1-1 1,0 0 0,1 0 0,-1 0-1,0 0 1,0 0 0,1 0-1,-1 0 1,0-1 0,0 1 0,0-1-1,-1 0 1,1 1 0,0-1-1,-1 0 1,1 0 0,-1 0 0,1 0-1,-1 0 1,0 0 0,0-1 0,0 1-1,0 0 1,0-1 0,-1 1-1,1 0 1,0-3 0,1-10 54,0 1 0,0-1 1,-2-26-1,-1 26 32,1 9-65,0 0 1,0 0-1,-1 0 1,0 0 0,-1 0-1,1 1 1,-1-1-1,0 0 1,0 1 0,-1 0-1,0-1 1,0 1-1,0 0 1,0 0 0,-1 1-1,0-1 1,0 1-1,0 0 1,0 0 0,-1 0-1,0 0 1,1 1-1,-2 0 1,1 0 0,0 0-1,0 0 1,-1 1 0,1 0-1,-1 0 1,0 1-1,0 0 1,0 0 0,1 0-1,-1 0 1,0 1-1,-7 0 1,12 0-96,-1 0 0,1 0 1,-1 0-1,1 0 0,-1 1 0,1-1 0,-1 0 1,1 0-1,-1 1 0,1-1 0,-1 1 1,1 0-1,-1-1 0,1 1 0,0 0 0,-1 0 1,1 0-1,0 0 0,0 0 0,-1 1 0,0 0-339,1 0-1,0 0 0,0 1 1,1-1-1,-1 0 0,0 0 0,1 1 1,-1-1-1,1 0 0,0 1 1,0-1-1,0 4 0,0 17-7138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50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49 17336,'0'0'7974,"-6"0"-7840,5 0-131,0 0 0,0 0 1,-1 0-1,1 0 0,0 1 0,0-1 1,-1 0-1,1 1 0,0-1 0,0 1 1,0-1-1,0 1 0,0-1 1,0 1-1,0 0 0,0 0 0,0-1 1,0 1-1,0 0 0,0 0 1,1 0-1,-1 0 0,0 0 0,0 0 1,1 0-1,-1 0 0,1 0 1,-1 0-1,1 1 0,0-1 0,-1 0 1,1 0-1,0 0 0,0 1 1,0-1-1,0 0 0,0 0 0,0 0 1,0 1-1,0-1 0,1 2 1,0 12 50,1 0 1,9 30 0,-5-21-21,-2-6-25,14 53 18,-16-66-32,-1 0 1,1-1-1,0 1 0,0-1 1,1 0-1,0 1 1,-1-1-1,1 0 1,0-1-1,1 1 1,5 5-1,-6-8-36,-1 1-1,0-1 1,1 0-1,0 0 1,-1 0-1,1 0 1,-1-1-1,1 1 1,0-1-1,0 1 1,-1-1-1,1 0 1,0 0 0,0 0-1,-1-1 1,1 1-1,0-1 1,-1 1-1,1-1 1,0 0-1,-1 0 1,1 0-1,-1 0 1,1-1-1,-1 1 1,0-1-1,0 1 1,1-1 0,-1 0-1,0 0 1,1-2-1,8-6-116,-1-1 1,-1 0-1,0-1 0,9-15 1,-9 12 186,0-1 0,-1 0 1,0 0-1,-2-1 0,0 0 1,-1 0-1,6-35 1,-5-25 3043,-6 76-2476,0 10-79,0 11-505,8 191 94,2-30-382,-9-171-429,2-9-1871,4-16-3636,-1-11-4209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51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6371,'0'0'17704,"10"127"-16856,9-49-255,-3 10-177,-3 1 0,-7-1-256,-2-10-128,0-11 0,-2-22-32,2-17 0,2-19-672,1-9-1249,1-6-1072,-2-21-3122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51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1 299 18649,'0'0'2681,"19"0"-2401,-10 0-251,15 0 32,-1 0 1,1-1-1,-1-2 1,1 0-1,-1-2 0,42-13 1,-46 10-73,0-1 1,0-2-1,-1 1 1,-1-2-1,22-18 1,-33 25 5,-1 0 0,0 0 0,-1 0 0,1 0 0,-1-1 0,0 1 0,0-1 0,-1 0 0,0-1 0,0 1 0,0 0 0,-1-1 0,0 0 0,0 1 0,-1-1 0,0 0 0,0 0 0,0 0 0,-1-12 0,0 17 88,-1 0 0,1-1 0,-1 1 0,0 0 0,1 0 0,-1 0 0,0 0 0,0-1 0,0 1 0,-1 0 0,1 1 0,0-1 0,-1 0 0,1 0 0,-1 1 0,0-1 0,1 0-1,-1 1 1,0 0 0,0-1 0,-2 0 0,-1 0 241,1 0 1,-1 0-1,1 0 0,-1 1 0,0 0 0,0 0 0,1 0 0,-1 1 0,-6-1 0,10 1-301,0 1-1,-1-1 1,1 0-1,0 0 0,0 1 1,0-1-1,0 0 1,0 1-1,0-1 1,0 1-1,0-1 0,1 1 1,-1 0-1,0-1 1,0 1-1,0 0 1,0 0-1,1-1 0,-1 1 1,0 0-1,1 0 1,-1 0-1,1 0 1,-1 0-1,1 0 0,0 0 1,-1 2-1,-6 32 40,7-34-58,-6 89 34,11 148-1,-3-200-21,1 72 30,-2-34 59,12 80 0,-13-153-101,0 0 0,1 1 1,0-1-1,0 0 0,0 0 0,0 0 0,0 0 1,4 6-1,-4-9-4,-1 1 1,1 0-1,0-1 1,-1 1-1,1-1 1,0 1 0,0-1-1,0 1 1,-1-1-1,1 1 1,0-1-1,0 0 1,0 0-1,0 1 1,0-1-1,0 0 1,0 0-1,0 0 1,0 0-1,0 0 1,0 0-1,0 0 1,0 0-1,-1 0 1,1-1-1,0 1 1,0 0-1,0-1 1,0 1-1,0-1 1,0 1-1,-1-1 1,1 1-1,1-2 1,7-5 11,-1 0-1,0 0 1,0-1 0,0-1 0,-1 1 0,-1-1-1,1 0 1,5-13 0,9-10 10,15-22-11,-23 32 1,1 1-1,1 1 1,1 0-1,1 0 1,20-18-1,-35 37-8,0-1 0,0 1 1,0-1-1,0 1 0,0 0 1,0 0-1,0 0 0,0 0 0,0 0 1,0 0-1,0 1 0,1-1 0,-1 1 1,0-1-1,1 1 0,-1 0 0,0 0 1,0 0-1,1 0 0,-1 1 0,0-1 1,1 0-1,-1 1 0,0 0 0,0 0 1,0-1-1,1 1 0,-1 0 0,0 1 1,0-1-1,0 0 0,-1 0 0,1 1 1,3 3-1,4 5 5,0 0 0,-1 1 0,0 0 0,12 24 0,-5-8 27,-4-11-32,-3-1 9,1-1-1,1-1 0,0 0 0,20 20 1,-28-30-11,1-1 1,-1 0-1,1 0 1,-1 0-1,1 0 1,0-1-1,0 1 1,0-1-1,0 1 1,0-1 0,0 0-1,0 0 1,0-1-1,0 1 1,0-1-1,1 1 1,-1-1-1,0 0 1,0 0-1,1 0 1,-1-1-1,0 1 1,0-1-1,0 0 1,1 0-1,-1 0 1,0 0-1,0 0 1,-1-1 0,6-3-1,5-6 1,0-1-1,0 0 1,-2-1-1,1 0 1,-2-1 0,0-1-1,0 1 1,-2-1-1,11-25 1,-16 35-226,-1 0 0,-1 0 0,1-1 0,-1 1 0,2-8 0,-5-2-7001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59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11749,'0'0'7967,"3"-2"-7287,6-5-463,-1 0 0,-1 0-1,1-1 1,-1 0 0,0-1 0,-1 0 0,6-10 0,25-31 142,-35 46-351,1 1 0,0-1 0,0 1 0,1 0 0,-1 0-1,0 0 1,1 0 0,0 0 0,0 1 0,0 0 0,0 0 0,0 0 0,0 0-1,0 0 1,1 1 0,-1 0 0,1 0 0,4-1 0,-8 3-10,0-1-1,-1 1 1,1-1 0,0 1 0,-1-1 0,1 1 0,0-1-1,-1 1 1,1 0 0,-1-1 0,1 1 0,-1 0-1,1-1 1,-1 1 0,0 0 0,1 0 0,-1-1 0,0 1-1,1 0 1,-1 0 0,0 0 0,0 0 0,0-1 0,0 1-1,0 2 1,3 27-9,-3-26 15,2 35 80,-2-1 0,-2 1 1,-1-1-1,-2 1 0,-2-1 1,-1-1-1,-2 1 0,-2-1 1,-1-1-1,-2 0 0,-1-1 1,-28 44-1,49-85 73,0 0-1,1 0 0,0 1 1,0 0-1,1 0 1,-1 1-1,1 0 0,0 0 1,0 0-1,0 1 1,1 0-1,-1 0 0,1 1 1,13-3-1,6 0-213,0 1-1,0 1 0,32 1 1,-58 2 51,-2-3-632,1-1-1,-1 1 0,1 0 0,0 0 0,0 0 0,0 0 0,1-6 1,0 2-4179,-1-17-11038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7:5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15655,'0'0'6694,"0"8"-6651,-1-1-42,1 40 23,0-45-26,0 0 1,0 0-1,0 0 1,1 0-1,-1 0 0,1 0 1,-1 0-1,1 0 1,-1 0-1,1 0 0,0 0 1,0 0-1,0-1 1,0 1-1,1 0 1,-1-1-1,0 1 0,1-1 1,-1 1-1,3 1 1,-4-4 6,1 1 1,-1-1-1,1 1 1,-1-1 0,0 1-1,1-1 1,-1 1-1,0-1 1,1 0 0,-1 1-1,0-1 1,0 1-1,1-1 1,-1 0-1,0 1 1,0-1 0,0 0-1,0 1 1,0-1-1,0 0 1,0 1 0,0-1-1,0 0 1,0 1-1,-1-2 1,0-21 134,1 22-107,-1 0 1,1 0-1,-1-1 0,0 1 0,0 0 0,1 0 1,-1 0-1,0 0 0,0 0 0,0 0 1,0 0-1,0 1 0,-1-1 0,1 0 0,0 0 1,0 1-1,0-1 0,-1 1 0,1-1 1,0 1-1,-1 0 0,1-1 0,0 1 1,-1 0-1,1 0 0,0 0 0,-1 0 0,1 0 1,-2 0-1,0 0 0,1 0 1,0 0-1,-1 1 0,1-1 1,0 0-1,0 1 1,0 0-1,-1-1 0,1 1 1,0 0-1,0 0 1,0 0-1,0 0 1,0 1-1,1-1 0,-1 0 1,-3 4-1,3 0-36,0 0 0,0 0 0,0 0 0,0 0 0,1 1 0,0-1 0,0 1 0,1-1 0,-1 1 0,1-1 0,0 1 0,1-1-1,0 7 1,0-11-13,-1 0 0,1-1-1,-1 1 1,1 0 0,0 0-1,-1 0 1,1 0 0,0-1-1,0 1 1,-1 0 0,1-1-1,0 1 1,0-1-1,0 1 1,0-1 0,0 1-1,0-1 1,0 1 0,0-1-1,0 0 1,0 0 0,0 0-1,0 0 1,0 1 0,0-1-1,0 0 1,0-1-1,0 1 1,0 0 0,2 0-1,1-1-44,0 1 0,-1 0 0,1-1 0,0 0 0,0 0 0,-1 0 0,8-4 0,-7 2 78,1-1-1,-1 0 1,0 0 0,0-1-1,-1 1 1,1-1-1,-1 0 1,0 0-1,0 0 1,-1 0 0,1-1-1,-1 1 1,-1-1-1,1 1 1,-1-1-1,1 0 1,-2 1 0,1-9-1,-1 13-1,0 1 1,0 0-1,0-1 0,0 1 1,0 0-1,0-1 0,0 1 1,0 0-1,-1-1 0,1 1 0,0 0 1,0-1-1,-1 1 0,1 0 1,0-1-1,0 1 0,-1 0 1,1 0-1,0-1 0,-1 1 1,1 0-1,0 0 0,-1 0 0,1-1 1,0 1-1,-1 0 0,1 0 1,0 0-1,-1 0 0,1 0 1,0 0-1,-1 0 0,1 0 1,-1 0-1,1 0 0,0 0 0,-1 0 1,1 0-1,0 0 0,-1 0 1,1 0-1,-1 0 0,1 1 1,0-1-1,-1 0 0,1 0 1,0 0-1,-1 0 0,1 1 0,0-1 1,-1 1-1,-19 13-176,17-10-126,0 1-1,1 0 1,-1-1-1,1 1 1,0 1-1,0-1 1,-1 6-1,-1 22-6536,3-11-3925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0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18296,'0'0'6865,"-1"4"-6700,-1 6-145,1-1 0,1 1 0,-1-1 0,2 1 0,-1-1 0,1 1 0,1-1-1,-1 1 1,6 14 0,2 17 128,14 141 565,6 37 490,-28-215-1146,-1-2-30,0-1 0,0 1 0,0-1 0,1 0-1,-1 1 1,0-1 0,1 1 0,-1-1 0,0 0 0,1 1-1,0-1 1,-1 0 0,1 1 0,0-1 0,0 0 0,0 0-1,0 0 1,0 0 0,0 0 0,0 0 0,0 0 0,0 0-1,1 1 1,0-38-5341,0 18-3079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2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43 317 13350,'0'0'8556,"-6"-3"-7473,4 2-975,0 0 0,0 0 1,0 0-1,1 0 0,-1-1 0,0 1 0,0-1 0,1 1 0,-1-1 0,1 0 1,-1 0-1,1 0 0,0 0 0,0 0 0,-2-3 0,2 0 83,-1-1-1,1 1 0,0-1 1,0 1-1,0-1 1,1-9-1,0 6-148,0 0 0,1 0-1,0 0 1,0 1 0,1-1 0,0 0 0,1 1-1,-1-1 1,2 1 0,-1 0 0,1 0-1,1 0 1,-1 1 0,1-1 0,0 1 0,1 0-1,12-12 1,-10 11-39,0 1-1,1 0 0,-1 0 1,1 0-1,1 1 0,-1 1 1,1 0-1,0 0 0,1 1 1,-1 0-1,1 0 1,-1 2-1,1-1 0,0 1 1,0 1-1,14-1 0,-22 2-3,0 0 0,0 1 0,0-1-1,0 1 1,0-1 0,0 1 0,0 0-1,-1 0 1,1 1 0,0-1 0,-1 0-1,1 1 1,-1 0 0,1-1 0,-1 1-1,0 0 1,0 0 0,0 0 0,0 1-1,0-1 1,0 0 0,0 1 0,-1-1-1,0 1 1,1 0 0,-1-1 0,0 1-1,0 0 1,1 5 0,1 8-10,0 0 1,0 0-1,-2 0 0,0 21 1,0-9 5,-2 0 0,-1 0 0,-1-1 0,-1 1 0,-2-1 0,-1 0 0,-11 32 0,-14 11 117,-2-1 1,-4-2-1,-2-2 1,-3-1-1,-56 61 1,99-125-101,0 0 0,0 0 0,0 1 0,0-1 0,0 0 0,-1 0 1,1 0-1,0 0 0,0 1 0,0-1 0,0 0 0,0 0 1,0 0-1,0 1 0,0-1 0,-1 0 0,1 0 0,0 0 0,0 1 1,0-1-1,0 0 0,0 0 0,0 1 0,0-1 0,0 0 1,0 0-1,1 0 0,-1 1 0,0-1 0,0 0 0,0 0 1,0 0-1,0 1 0,0-1 0,0 0 0,0 0 0,1 1 0,9 2 145,22-3-173,-23 0 91,17-1-27,0-2-1,0 0 0,0-2 1,46-14-1,97-46 66,-154 61-50,-17-14-15816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3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6979,'0'0'15839,"-2"6"-15791,1-3-47,0 0-1,0 0 1,1 1-1,-1-1 1,1 1-1,0-1 0,0 0 1,0 1-1,0-1 1,1 0-1,-1 1 0,1-1 1,0 0-1,0 1 1,0-1-1,0 0 0,1 0 1,-1 0-1,1 0 1,0 0-1,0 0 0,0-1 1,0 1-1,0-1 1,4 4-1,3 0-34,-6-14 8,-7-15 140,3 20 28,-1 0 0,1 0 1,-1 0-1,0 1 0,0-1 1,0 1-1,0-1 1,-1 1-1,1 0 0,0 0 1,-1 0-1,0 0 1,0 0-1,1 0 0,-1 1 1,0-1-1,0 1 1,0 0-1,0 0 0,-1 0 1,1 1-1,0-1 1,-4 0-1,7 2-138,-1 0 1,1 0-1,-1 0 0,0 0 0,1 0 1,0 0-1,-1 0 0,1 0 0,0 0 1,-1 0-1,1 0 0,0 0 1,0 0-1,0 0 0,0 0 0,0 0 1,0 0-1,0 0 0,0 1 0,2 25-41,-2-26 0,0 1 1,1-1-1,-1 1 1,1-1-1,-1 0 1,1 1-1,0-1 0,-1 1 1,1-1-1,0 0 1,0 0-1,0 0 0,0 1 1,0-1-1,0 0 1,0 0-1,1 0 0,-1-1 1,0 1-1,1 0 1,-1 0-1,0-1 1,1 1-1,-1-1 0,1 1 1,-1-1-1,1 1 1,-1-1-1,1 0 0,-1 0 1,1 0-1,-1 0 1,1 0-1,1 0 0,-3 0 27,-8-50-254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4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25 106 12630,'0'0'11546,"0"-8"-10980,0 7-546,0-6 117,0-1 0,1 0 0,0 1 0,0-1 0,4-12-1,-5 18-131,1 0-1,0-1 0,0 1 1,0 0-1,0 0 1,1 0-1,-1 0 0,0 0 1,1 1-1,-1-1 0,1 0 1,0 1-1,0-1 0,-1 1 1,1-1-1,0 1 0,0 0 1,0 0-1,1 0 0,-1 0 1,0 0-1,0 0 0,0 1 1,1-1-1,-1 1 0,0-1 1,4 1-1,-5 0-7,1 0 0,-1 0 0,1 0 1,-1 1-1,1-1 0,-1 0 0,1 1 0,-1-1 0,1 1 0,-1 0 0,0-1 1,1 1-1,-1 0 0,0 0 0,1 0 0,-1 0 0,0 0 0,0 0 0,2 2 1,0 1-2,-1-1 0,1 1 0,-1 1-1,0-1 1,0 0 0,2 7 0,0 4 4,0 0-1,-1 0 1,1 19-1,-2 2 18,-1 1-1,-1-1 1,-3 1-1,-1-1 1,-1 0 0,-2 0-1,-2 0 1,-16 42-1,1-20 1122,-47 81 0,71-139-855,8-1-226,1 0 1,-1-1-1,0 0 1,1 0-1,-1-1 1,0 0-1,0-1 1,12-7-1,5-1-8,266-138-25,-289 149-150,-22 1-3183,10 0-635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15 223 12230,'0'0'8302,"-3"-18"-7341,-9-61-110,13 74-814,-1 0 0,1 0 0,-1 0 0,1 0 0,1 0 0,-1 0 0,1 0 0,0 1 0,0-1 0,0 0 0,1 1 0,-1 0 0,1 0 0,0 0 0,0 0 0,1 0 0,-1 0 0,1 1 0,0 0 0,0-1 0,0 2 0,0-1 0,6-3 0,-10 6-37,5-3 12,-1 0 0,1 1 0,1-1 0,-1 1 0,0 0 0,0 0 0,1 1 0,-1-1 0,10 0-1,-13 2-10,1-1 0,-1 1 0,1 0-1,-1 1 1,1-1 0,-1 0-1,1 1 1,-1-1 0,1 1-1,-1 0 1,0 0 0,1 0-1,-1 0 1,0 0 0,0 0 0,1 1-1,-1-1 1,0 1 0,-1-1-1,1 1 1,0 0 0,0 0-1,2 3 1,1 5 0,0 0 1,0 1-1,-1-1 1,0 1-1,-1 0 1,-1 0-1,1 0 1,0 15-1,1 95 171,-4-103-98,0 7 281,-1-1-1,-1 1 1,-8 33 0,6-45-56,1 0 0,-2-1 1,1 1-1,-2-1 1,0 0-1,0-1 1,-1 1-1,-8 10 1,9-16 164,2-1 783,10-7-234,10-5-1227,249-83 320,-51 19 1488,-215 71-963,0 0-818,1 0-1,-1 0 1,1 0-1,-1 0 1,0 0-1,1-1 1,-1 1-1,1 0 1,-1 0-1,1 0 1,-1 0-1,1-1 1,-1 1-1,1 0 1,-1-1-1,1 1 1,0 0-1,-1-1 1,1 1-1,-1-1 1,1 1-1,0 0 1,-1-1-1,0-7-5932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7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26 192 9476,'0'0'11566,"3"-4"-10446,3-8-701,6-13 8,2 0 0,24-31 0,-34 50-425,0 0 0,1 1 0,0-1 0,0 1 0,1 0 0,-1 1 0,1 0 0,0-1 0,0 2 0,1-1 0,-1 1 0,1 0 0,0 0 0,-1 1 0,10-2 0,-15 3-4,1 1 0,-1 0 1,1 0-1,0-1 0,-1 1 1,1 0-1,0 1 0,-1-1 0,1 0 1,-1 0-1,1 1 0,-1-1 1,1 1-1,-1-1 0,1 1 1,-1 0-1,1-1 0,-1 1 1,0 0-1,1 0 0,-1 0 1,0 0-1,0 0 0,1 0 1,-1 1-1,0-1 0,0 0 1,-1 0-1,1 1 0,0-1 1,0 1-1,-1-1 0,1 1 1,0 1-1,1 6-1,0 0 1,-1 0-1,0 0 0,0 0 1,-1 11-1,0-6 6,0 13 11,-1 0 0,-2 0 0,0 0 0,-2 0 0,0-1 0,-2 0 1,-1 0-1,-2 0 0,-15 31 0,2-12 491,-2-1 1,-1-1-1,-3-1 0,-52 59 0,110-107 218,22-9-699,0 2-1,1 3 0,0 2 0,1 2 0,94 2 0,-147-34-1522,0 18-2754,0-1-3692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7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6051,'0'0'18115,"-7"5"-18062,5-2-50,-1-1 0,0 1 0,1 0-1,0-1 1,0 1 0,0 0 0,0 1 0,0-1 0,0 0 0,1 0-1,-1 1 1,-1 6 0,3-8-3,0 1-1,0-1 1,0 0-1,0 1 1,0-1-1,0 1 1,0-1-1,1 0 1,-1 1-1,1-1 1,0 0-1,0 0 1,0 1-1,0-1 1,0 0-1,0 0 1,1 0-1,-1 0 1,0 0-1,1-1 1,0 1-1,-1 0 1,1-1-1,0 1 1,3 1-1,-5-2-8,1-1-1,-1 1 1,1-1-1,-1 1 1,1-1-1,0 0 1,-1 1-1,1-1 1,-1 0-1,1 1 1,0-1-1,-1 0 1,1 0-1,0 0 1,-1 1-1,1-1 1,0 0-1,-1 0 1,1 0-1,0 0 1,-1 0-1,1 0 1,0 0-1,-1-1 1,1 1-1,0 0 1,-1 0-1,1 0 0,-1-1 1,1 1-1,0 0 1,0-1-1,0 0 9,0-1-1,0 1 1,-1 0-1,1 0 1,-1 0-1,1-1 1,-1 1-1,1 0 1,-1-1-1,0 1 0,1 0 1,-1-1-1,0 1 1,0 0-1,0-3 1,0 2 11,0 0 0,0 0 0,0 0 0,0 0 0,-1 1-1,1-1 1,0 0 0,-1 0 0,1 0 0,-1 0 0,0 0 0,0 1 0,1-1 0,-1 0 0,-1 1 0,1-1 0,0 1 0,0-1 0,0 1 0,-1-1 0,1 1 0,-1 0 0,1-1 0,-1 1 0,1 0 0,-4-1 0,2 1 13,1 1 0,-1-1 0,0 1 0,1 0-1,-1 0 1,0 0 0,0 0 0,1 0 0,-1 0 0,0 1 0,1 0 0,-1-1 0,0 1 0,1 0 0,-1 0 0,1 0 0,-1 1 0,1-1 0,0 1 0,0-1 0,-3 3 0,3-1 4,0 0 0,0 0 1,0 0-1,0 1 0,1-1 0,0 1 1,-1-1-1,1 1 0,0-1 1,1 1-1,-1 0 0,1-1 1,0 1-1,-1 0 0,2 3 0,-1-4-37,-1-1 0,1 1 0,0-1 0,1 1 0,-1-1 0,0 1 0,1-1 0,-1 1 0,1-1 0,0 0 0,0 1-1,0-1 1,0 0 0,0 0 0,1 1 0,1 1 0,-1-2-9,0-1-1,0 0 1,1 1-1,-1-1 1,0 0-1,1 0 1,-1-1-1,1 1 1,-1 0-1,1-1 1,-1 1-1,1-1 1,0 0 0,-1 0-1,5 0 1,-5 0-4,0 0 1,1 0 0,-1 0-1,0 0 1,0-1-1,0 1 1,1 0 0,-1-1-1,0 0 1,0 1 0,0-1-1,0 0 1,0 0 0,0 0-1,0 0 1,0-1 0,-1 1-1,1 0 1,3-4-1,-4 2 21,1 0-1,-1 0 1,1 0-1,-1 0 1,0 0-1,0 0 1,-1-1-1,1 1 1,-1 0-1,1-1 0,-1 1 1,0-6-1,0 4 46,0 0 0,0 0 0,-1 0-1,1 0 1,-1 1 0,0-1 0,-1 0 0,-2-7-1,3 10-16,0 1 1,0-1-1,0 1 0,0-1 0,-1 1 0,1 0 0,0-1 1,-1 1-1,1 0 0,-1 0 0,1 0 0,-1 0 0,0 0 0,1 0 1,-1 1-1,0-1 0,0 1 0,1-1 0,-1 1 0,0-1 1,0 1-1,0 0 0,0 0 0,0 0 0,1 0 0,-5 1 1,5-1-50,0 0 1,0 1-1,0-1 1,0 0 0,0 1-1,0-1 1,0 1 0,0-1-1,0 1 1,0-1 0,0 1-1,0 0 1,0 0 0,0-1-1,0 1 1,1 0-1,-1 0 1,0 0 0,0 0-1,1 0 1,-1 0 0,1 0-1,-1 0 1,1 0 0,0 0-1,-1 2 1,-5 33-3188,6-36 3112,0 32-6267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5763,'0'0'16647,"-1"2"-15972,-2 18-351,1 0 0,0 1 0,2-1-1,2 26 1,0 10-38,-2 601 1848,0-668-3737,0 0 0,1 0-1,3-16 1,7-6-6942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09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278 106 14983,'0'0'7761,"-21"-17"-7129,-64-50-16,81 63-499,0 1-1,-1 1 1,1-1-1,-1 0 1,1 1-1,-10-3 1,-10 5 622,10 2-442,10-2-285,1 1 0,-1-1 0,1 1 1,0 0-1,0 0 0,-1 1 0,1-1 0,0 0 1,0 1-1,0 0 0,0 0 0,0 0 0,1 0 1,-1 0-1,1 1 0,-1-1 0,1 1 1,0-1-1,0 1 0,0 0 0,0 0 0,0 0 1,1 0-1,0 0 0,-1 0 0,0 4 0,-3 7-15,1 0-1,0 1 1,1-1-1,-2 26 1,2 102 3,3-138-2,0 0-1,1 0 1,-1 0-1,1 1 1,0-1-1,0 0 1,0 0 0,1 0-1,-1-1 1,1 1-1,0 0 1,3 5-1,-3-8-13,-1 0 0,0 1 0,0-1 0,1 0-1,-1 0 1,1 0 0,-1 0 0,1 0 0,-1 0 0,1 0-1,-1 0 1,1-1 0,0 1 0,0-1 0,-1 1-1,1-1 1,0 0 0,0 1 0,0-1 0,-1 0 0,1 0-1,0 0 1,0-1 0,0 1 0,-1 0 0,1-1-1,0 1 1,0-1 0,-1 1 0,1-1 0,0 0 0,1-1-1,2-1-33,-1 1-1,0-1 1,0-1-1,0 1 0,0-1 1,0 1-1,-1-1 1,0 0-1,4-5 1,25-45-347,-22 35 227,5-7-14,0 1 125,-2 0 1,0 0-1,11-34 0,-21 24 2127,-4 35-1009,1 0-1042,0 0 0,0 0-1,-1 0 1,1 0-1,0 0 1,0-1-1,-1 1 1,1 0-1,0 0 1,0 0 0,0 0-1,-1 0 1,1 0-1,0 0 1,0 1-1,-1-1 1,1 0 0,0 0-1,0 0 1,0 0-1,-1 0 1,1 0-1,0 0 1,0 0 0,0 1-1,-1-1 1,1 0-1,0 0 1,0 0-1,0 0 1,0 0 0,-1 1-1,1-1 1,0 0-1,0 0 1,0 0-1,0 1 1,0-1 0,0 0-1,0 0 1,0 1-1,0-1 1,0 0-1,0 0 1,0 0 0,0 1-1,0-1 1,0 0-1,0 0 1,0 1-1,0-1 1,0 0 0,0 0-1,0 0 1,0 1-1,1 43 7,1 1 0,13 61 1,-8-66-19,-1 1 1,-2 0 0,-2 0 0,-5 60 0,3-97 42,-1 1 0,1-1 0,-1 0-1,0 1 1,0-1 0,-1 0 0,1 0 0,-1 0 0,0 0 0,0 0 0,0-1-1,-1 1 1,1 0 0,-1-1 0,0 0 0,0 0 0,0 0 0,0 0 0,0 0-1,-1 0 1,1-1 0,-9 4 0,2-2 96,0 0 0,0-2 1,0 1-1,-1-1 0,1 0 0,-1-1 0,0-1 0,-11 0 0,16 0-104,0 0 0,0 0 0,-1 1 1,1-1-1,0 2 0,0-1 0,0 0 0,-10 5 0,14-5-164,0 1 0,0-1 0,1 0 0,-1 1 0,0-1 0,1 1 0,-1 0 0,1 0 0,-1-1 0,1 1 0,0 0 0,-1 0 0,1 0 0,0 0 0,1 1 0,-1-1 0,0 0-1,1 0 1,-1 1 0,1-1 0,-1 0 0,1 0 0,0 1 0,0 3 0,0-6 124,0 0-58,0 1 0,0-1-1,0 0 1,0 0 0,0 0-1,0 0 1,0 1 0,0-1-1,0 0 1,0 0 0,0 0-1,0 0 1,0 1 0,0-1-1,0 0 1,1 0 0,-1 0-1,0 0 1,0 1 0,0-1-1,0 0 1,0 0 0,0 0-1,0 0 1,0 0 0,1 1-1,-1-1 1,0 0 0,0 0-1,0 0 1,0 0 0,0 0-1,1 0 1,-1 0 0,0 0-1,0 0 1,0 0 0,0 0-1,1 0 1,-1 1 0,0-1-1,0 0 1,0 0 0,1 0-1,19 0-4914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3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40 19929,'0'0'5227,"-10"11"-4907,10-11-320,1 0 0,0 0 0,-1 0 1,1 0-1,0 0 0,-1 0 1,1 0-1,0 0 0,-1 0 0,1 0 1,0-1-1,-1 1 0,1 0 0,0 0 1,-1-1-1,1 1 0,-1-1 1,1 1-1,-1 0 0,1-1 0,-1 1 1,1-1-1,-1 1 0,1-1 0,-1 1 1,1-2-1,1-18 53,-2 13-23,-1 6-20,1 0 0,-1 0 0,1 0 0,-1 0 1,1 0-1,-1 1 0,0-1 0,1 0 0,-1 0 0,0 1 0,0-1 0,0 0 0,0 1 0,0-1 0,1 1 0,-1-1 0,0 1 0,0-1 0,0 1 0,0 0 0,0 0 0,0-1 0,-1 1 0,1 0 0,0 0 0,0 0 0,0 0 0,0 0 0,0 0 0,-1 1 0,-39 1 509,38-1-504,0-1 0,0 1 0,0 0 0,-1 1 0,1-1 0,0 0 0,0 1 0,1-1 0,-1 1 0,0 0 0,0 0 0,1 0 0,-1 1 0,1-1 0,0 0 0,0 1 0,0 0 0,0-1 0,0 1 0,0 0 0,1 0 0,0 0 0,-1 0 0,1 0 0,0 0 0,0 1 0,1-1 0,-1 0 0,1 0 0,-1 1 0,1 4 0,0-7-16,0 0 0,1 0 0,-1 0 0,0 0 0,0 0-1,1 0 1,-1 0 0,0 0 0,1 0 0,-1 0 0,1 0 0,0 0-1,-1-1 1,1 1 0,0 0 0,-1 0 0,1 0 0,0-1-1,0 1 1,0 0 0,-1-1 0,1 1 0,2 0 0,1 1-14,-1-1-1,1 0 1,0 1 0,-1-1 0,1-1-1,0 1 1,4 0 0,-3-1-17,0 1 0,0-1 0,1 0 0,-1-1 0,0 1 0,0-1 0,0 0 0,0-1 0,-1 1 0,1-1 0,7-3 0,-11 5 38,0-1 1,0 0 0,1 0-1,-1 0 1,0-1-1,0 1 1,0 0 0,0 0-1,0-1 1,0 1-1,0 0 1,-1-1 0,1 1-1,0-1 1,0-1 0,-1 2 19,0 0 1,0 0 0,0 0 0,0 1 0,0-1 0,0 0 0,-1 0 0,1 0 0,0 0 0,0 0 0,-1 1 0,1-1 0,0 0 0,-1 0 0,1 1 0,-1-1 0,1 0 0,-1 0 0,1 1 0,-2-2 0,-1 0 54,0 0 0,0 0-1,0 1 1,0-1 0,0 1 0,0-1 0,0 1 0,-1 0 0,1 0 0,0 1 0,-1-1 0,1 1 0,-1 0 0,-3 0 0,10 6-895,3 1-1345,1 1-1,0-1 0,12 8 1,7 3-11608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13030,'0'0'11864,"17"-5"-10861,10-2-582,254-59 1919,-259 64-2300,-21 2-104,-3 1-328,-39 22-4295,5-8-1660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20233,'0'0'6160,"-4"8"-6080,3-3-65,-1 0 0,1 0 0,0 0 0,0 0-1,0 0 1,1 1 0,0-1 0,0 0 0,0 0 0,1 0-1,1 7 1,19 67 306,-4-20-155,-10-24-110,-2 0 0,-1 1 0,0 44 0,4-83 120,19-42-24,-21 32-113,1 1 1,1-1-1,15-18 0,-17 25-43,0 0 0,1 0-1,-1 1 1,1 0 0,1 1-1,-1-1 1,0 1 0,1 1-1,0-1 1,0 1 0,0 1-1,0 0 1,13-3 0,-15 5 0,0-1 0,0 1 0,-1-1 0,1 2 1,0-1-1,0 1 0,0-1 0,-1 2 0,1-1 0,0 0 0,-1 1 1,1 0-1,-1 1 0,0-1 0,0 1 0,0 0 0,0 0 1,0 1-1,-1-1 0,6 7 0,-3-1-2,0 0 1,-1 1-1,0 0 1,0 0-1,-2 0 0,1 1 1,-1 0-1,-1 0 0,1 0 1,-2 0-1,0 0 1,0 1-1,-1 13 0,0-3 8,-1 0 0,-1-1 1,-1 1-1,0-1 0,-2 1 0,-8 24 0,7-30 2,-2 1-1,0-1 1,-1 0 0,0-1 0,-1 0-1,-1 0 1,-1-1 0,-12 14-1,17-21 12,-1 0 1,0-1-1,0 1 0,0-2 0,-1 1 0,0-1 0,0 0 0,0-1 1,0 0-1,-1 0 0,0-1 0,1 0 0,-1-1 0,-1 0 0,1 0 1,-17 1-1,24-3-23,-1 0 0,0 0 1,1-1-1,-1 1 0,0-1 0,1 1 1,-1-1-1,1 0 0,-1 0 1,1 0-1,-1-1 0,1 1 0,0 0 1,-1-1-1,1 1 0,0-1 0,0 0 1,0 0-1,0 0 0,1 0 0,-1 0 1,0 0-1,1 0 0,0-1 1,-1 1-1,1-1 0,0 1 0,0-1 1,0 1-1,1-1 0,-2-3 0,1-4-714,-1 1 0,1-1 0,1 0 0,0 0 0,0 0 0,1 0 0,4-16 0,12-26-7501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4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232 379 17048,'0'0'8542,"-2"-7"-8307,1 3-206,0 0-1,1-1 0,0 1 1,-1 0-1,1-1 1,1 1-1,-1 0 1,1 0-1,-1-1 0,1 1 1,1 0-1,1-4 1,26-55 53,-4 11-35,-18 33-34,0-1 0,4-21 0,-9 33-6,-1 0 0,0 0 1,0 0-1,-1 0 0,0 0 0,0 0 1,-1 0-1,-2-10 0,2 16-3,0 0 0,0 0-1,0 0 1,0 0 0,-1 0 0,1 0-1,0 1 1,-1-1 0,0 0 0,1 1-1,-1-1 1,0 1 0,0 0 0,0 0-1,0 0 1,0-1 0,0 2 0,0-1-1,0 0 1,0 0 0,0 1 0,0-1-1,-1 1 1,-2-1 0,-9 0 40,1 0 0,-26 1 0,29 0 5,1 1-10,0 0 0,1 1 0,-1-1 0,0 2 0,1-1 0,0 1 0,-1 1 0,1-1 1,1 1-1,-1 1 0,0 0 0,1 0 0,0 0 0,0 1 0,1 0 0,0 0 0,-9 11 0,10-11-1,0 0 1,1 1-1,-1 0 0,1-1 0,1 1 0,-1 1 1,1-1-1,1 1 0,-1-1 0,1 1 0,1 0 1,-1-1-1,1 1 0,1 0 0,-1 0 0,1 0 1,1 0-1,0 0 0,3 15 0,-2-17-34,2 1 1,-1-1-1,0 0 0,1 1 0,0-2 0,1 1 0,-1 0 0,1-1 1,0 0-1,1 0 0,-1-1 0,1 1 0,0-1 0,0 0 1,10 4-1,10 5 11,1-1 0,39 12 0,-32-14 1,-14-5-50,0 1 0,36 17 0,-52-21 21,0 0 1,0 0 0,0 1 0,0-1 0,0 1 0,-1 0 0,1 0-1,-1 1 1,0-1 0,0 1 0,0-1 0,0 1 0,-1 0 0,1 0-1,-1 0 1,0 0 0,0 1 0,1 5 0,-1 0 9,-1 0 0,0 0 1,-1 0-1,0 0 0,0-1 1,-1 1-1,-1 0 0,1 0 0,-1-1 1,-1 1-1,-7 17 0,8-22 12,0 0 0,-1 0-1,0 0 1,0 0-1,0-1 1,0 1 0,0-1-1,-1 0 1,0 0-1,0 0 1,0-1 0,-1 1-1,1-1 1,-1 0-1,0 0 1,1-1 0,-1 1-1,-1-1 1,1 0-1,0 0 1,0-1 0,-11 2-1,8-2 17,0-1 0,0 0-1,-1 0 1,1-1 0,0 0-1,0 0 1,0-1 0,0 0-1,0 0 1,1-1 0,-1 0-1,1-1 1,-14-8 0,16 9-12,0-1 0,1 1 0,0-1 0,0 0 0,0-1 0,1 1 0,-1-1 0,1 0 0,0 1 0,0-1 0,0 0 0,1-1 0,0 1 0,0 0 0,0-1 0,1 1 0,0-1 0,0 0 0,0 1 0,1-11 0,0 7-67,0 0 0,1 0 0,0 0 0,1 0 0,0 0 0,0 1 0,1-1 0,0 1 0,1 0 0,0-1 0,0 1 0,1 1 0,-1-1 0,2 1 0,-1 0 0,10-10 0,11-12-2080,-10 7-2850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6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113 111 10869,'0'0'10578,"-3"7"-10490,2-4-84,0 0-1,0 1 0,1-1 1,-1 1-1,1-1 0,-1 1 1,1-1-1,0 1 0,0-1 0,1 1 1,-1-1-1,1 1 0,1 3 1,1 3 31,0-1 1,2 0-1,-1 1 1,8 10-1,2 3 38,-3-3-33,2 0 0,0-1 1,18 20-1,-28-35-35,0-1 0,0 0 0,1 0 0,-1 0 0,1 0 1,-1 0-1,1-1 0,0 1 0,0-1 0,0 0 0,0 0 1,0-1-1,0 1 0,1-1 0,-1 0 0,1 0 0,-1 0 1,1-1-1,-1 0 0,1 1 0,-1-2 0,7 0 0,-7 0 12,-1 0-1,1-1 0,-1 0 1,0 0-1,0 0 0,0 0 0,0 0 1,0 0-1,0-1 0,0 0 0,-1 1 1,0-1-1,1 0 0,-1 0 1,0 0-1,0-1 0,-1 1 0,1 0 1,1-6-1,2-3 123,-2 1-1,1-1 1,-2 0 0,3-22 0,-3 21 49,-2 1 1,1-1 0,-2 1-1,0-1 1,0 1-1,-5-19 1,4 25-130,-1-1 0,0 1 0,0-1 0,0 1 1,0 0-1,-1 0 0,0 0 0,-1 1 0,1 0 0,-1-1 0,0 2 0,0-1 0,-7-5 0,0 2-40,-1 1 0,0 0 1,0 0-1,-1 1 0,1 1 0,-1 1 0,-1 0 0,1 0 0,0 1 0,-1 1 1,-24-1-1,34 3-116,0 0 0,0-1 0,0 1 0,0 1 0,0-1 0,0 1 0,0 0 0,0 0 0,1 0 1,-1 1-1,0 0 0,1 0 0,-1 0 0,1 0 0,0 1 0,-1-1 0,1 1 0,0 0 0,1 0 0,-1 1 1,1-1-1,-1 1 0,1 0 0,0 0 0,0 0 0,1 0 0,-1 1 0,1-1 0,0 0 0,0 1 0,1 0 1,-1-1-1,1 1 0,0 0 0,0 0 0,0 6 0,0 3-1424,-1-1-1,2 1 1,2 21 0,10 45-11051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8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15639,'0'0'5360,"-2"27"-5128,-4 386 1766,12-122 289,-6-289-1660,5-5-721,19-34-3509,-7 8-2654,3 1-5050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9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 18136,'0'0'6785,"-3"-1"-6577,2 1-207,1-1 1,0 1-1,-1 0 1,1 0-1,-1 0 0,1 0 1,-1 0-1,1-1 1,-1 1-1,1 0 0,-1 0 1,1 0-1,-1 0 1,1 0-1,-1 1 1,1-1-1,-1 0 0,1 0 1,-1 0-1,1 0 1,0 0-1,-1 1 1,1-1-1,-1 0 0,1 0 1,-1 1-1,1-1 1,0 0-1,-1 1 0,1-1 1,0 0-1,-1 1 1,1-1-1,0 0 1,0 1-1,-1-1 0,1 1 1,0-1-1,0 1 1,0-1-1,-1 1 1,1-1-1,0 0 0,0 2 1,1 16-56,-1-17 65,0 0 120,-2-1-27,-4 0-92,0-1-3,-1 1 0,1 1 0,-1-1-1,0 1 1,1 0 0,-11 3-1,15-3-11,0 0-1,0 0 1,0 0-1,1 1 0,-1-1 1,0 0-1,1 1 1,-1-1-1,1 1 0,0-1 1,-1 1-1,1 0 0,0-1 1,0 1-1,0 0 1,0 0-1,0 0 0,1 0 1,-1 0-1,1 0 1,-1 0-1,1 0 0,0 0 1,-1 0-1,1 0 1,0 3-1,0-4-3,0 1 1,0 0-1,0 0 0,1 0 1,-1 0-1,0 0 0,1-1 1,-1 1-1,1 0 0,0 0 1,-1-1-1,1 1 0,0 0 1,0-1-1,0 1 0,0-1 1,1 1-1,-1-1 0,0 1 1,0-1-1,1 0 0,-1 0 1,1 0-1,-1 1 0,1-2 1,0 1-1,-1 0 1,1 0-1,0 0 0,0-1 1,-1 1-1,4 0 0,6 1-43,-1-1 0,1 0-1,-1 0 1,17-2 0,-20 1-15,-2-1-1,0 1 1,0-1 0,0-1-1,0 1 1,0-1 0,0 0-1,0 0 1,-1 0-1,9-6 1,-11 7 82,0 0 0,-1 0 0,1 0 0,-1 0 0,0 0 0,1 0 0,-1 0 0,0-1 0,0 1 0,1 0 0,-1-1 0,0 1 0,-1-1 0,1 0 0,0 1 0,0-1 0,-1 0 0,1 1 0,-1-1 0,1 0 0,-1 0 0,0 1 0,1-1 0,-1 0 0,0 0 0,0 1 0,-1-1 0,1 0 0,0 0 0,0 0 0,-2-2 0,1 2 53,0 1-1,-1-1 1,0 0-1,1 1 1,-1-1-1,0 1 1,0-1-1,1 1 1,-1 0-1,0 0 1,0 0-1,-1 0 1,1 0-1,0 1 1,0-1-1,0 0 1,0 1-1,-1 0 1,-2-1-1,-44-2 210,47 3-262,-5 1-692,12 2-706,13 3-2080,18-1-3561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19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293 133 13622,'0'0'2553,"-13"-16"-1011,-44-50-360,52 60-980,0 1 0,0 0-1,0 1 1,-1-1 0,1 1-1,-1 0 1,0 1 0,-12-6 0,15 8-104,0 0 0,0 0 0,-1 0 0,1 1 1,0-1-1,-1 1 0,1 0 0,0 0 1,-1 0-1,1 0 0,0 0 0,-1 1 0,1 0 1,-4 0-1,2 2-47,0 0 1,0 0-1,0 0 0,0 1 1,1-1-1,-1 1 0,1 0 1,0 0-1,0 1 0,0-1 1,1 1-1,-1 0 0,1 0 1,0 0-1,1 0 0,-1 1 1,-1 6-1,-5 13 4,2 0 0,1 1 0,1 0-1,1 1 1,1-1 0,1 46 0,2-68-53,0 0-1,0 0 0,0 0 1,1 0-1,0 0 1,0 0-1,0 0 1,0 0-1,0 0 1,1-1-1,2 6 1,-3-8-2,1 1 0,-1-1 1,0 0-1,0 0 1,1 1-1,-1-1 0,1 0 1,-1 0-1,1-1 1,-1 1-1,1 0 0,-1 0 1,1-1-1,0 1 1,-1-1-1,1 0 1,0 1-1,0-1 0,-1 0 1,1 0-1,0 0 1,0 0-1,0 0 0,-1 0 1,1-1-1,0 1 1,-1-1-1,4 0 0,-1-1 11,1 0-1,-1 0 0,0-1 0,1 1 0,-1-1 0,0 0 0,-1 0 0,1 0 0,0-1 0,-1 1 0,0-1 0,0 0 1,0 0-1,4-7 0,4-9 76,16-39-1,-23 49-47,2-4 447,-1 0 1,0 0-1,-1 0 1,0-1-1,-1 1 1,2-22-1,-5 35 513,0 25-878,18 157-173,0-15 74,-15 21-47,-3-142-102,1-52-688,0 0 1,1 0 0,-1 0 0,2 0 0,-1 1-1,6-12 1,1-4-4059,3-10-7511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0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15943,'0'0'6537,"10"-18"-6103,0 1-363,-2 1-13,1 0 0,1 1 0,1 0 0,0 1 0,19-20 0,-21 25 3,-4 3-34,0 1-1,0 0 1,1 0 0,-1 1 0,1 0-1,0 0 1,0 0 0,0 0 0,1 1-1,7-3 1,-13 6-23,0 0-1,0 0 1,0 0 0,0 0-1,0 0 1,0 0 0,0 1-1,0-1 1,0 0 0,-1 1-1,1-1 1,0 0 0,0 1-1,0-1 1,0 1-1,-1 0 1,1-1 0,0 1-1,-1-1 1,1 1 0,0 0-1,-1 0 1,1-1 0,-1 1-1,1 0 1,-1 0 0,1 0-1,-1 0 1,0-1 0,1 1-1,-1 0 1,0 0-1,0 0 1,0 0 0,0 0-1,0 0 1,0 1 0,4 43 140,-3-39-83,1 540 3140,-4-282-1642,2-264-1268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 20249,'0'0'7836,"24"-11"-7284,-14 6-485,177-72 1101,-186 77-1162,26-10 80,0 2 0,1 0 0,-1 2-1,1 1 1,40-1 0,-68 28-7574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16279,'0'0'6331,"-1"27"-5882,-1 326 1618,-5 240-407,5-568-1415,2-22-269,0-6-124,3-35-2089,6 3-2104,5-1-4431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4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40 16199,'0'0'8089,"-5"-1"-7918,-16-6-189,21 7 11,0 0 0,0 0 0,0 0 1,-1 0-1,1 0 0,0 0 1,0 0-1,0 0 0,-1 0 1,1 0-1,0 0 0,0 1 1,0-1-1,-1 0 0,1 0 1,0 0-1,0 0 0,0 0 1,0 0-1,-1 0 0,1 0 1,0 1-1,0-1 0,0 0 1,0 0-1,0 0 0,0 0 1,-1 1-1,1-1 0,0 0 1,0 0-1,0 0 0,0 0 1,0 1-1,0-1 0,0 0 1,0 0-1,0 0 0,0 1 0,0-8 184,0 6-123,0 0 1,0 0-1,0 0 1,-1 0-1,1 0 1,0-1-1,-1 1 1,1 0-1,0 0 1,-1 0-1,0 0 1,1 0-1,-1 0 1,1 1-1,-1-1 1,0 0-1,0 0 1,0 0-1,1 1 1,-1-1-1,0 0 1,0 1-1,0-1 1,0 0-1,0 1 1,0 0-1,0-1 1,0 1-1,-2-1 0,-36-3 961,39 6-1349,-1-1 1,0 1-1,0 0 0,1-1 1,-1 1-1,1 0 0,-1 0 1,1 0-1,0 0 0,0-1 1,0 1-1,0 0 0,0 0 1,0 0-1,0 0 0,1 1 1,-1 0-1268,2 18-9769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4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241 152 19129,'0'0'2865,"-18"-17"-2089,-12-13-427,-72-63 1453,101 92-1759,0 0 1,0 0 0,0 0 0,0 0-1,0 0 1,0 1 0,0-1-1,0 0 1,-1 1 0,1-1 0,0 0-1,0 1 1,-1 0 0,1-1-1,0 1 1,-1 0 0,1 0-1,0-1 1,-1 1 0,1 0 0,0 0-1,-1 1 1,1-1 0,0 0-1,-1 0 1,1 1 0,0-1 0,-1 0-1,1 1 1,0-1 0,0 1-1,0 0 1,-1-1 0,1 1-1,0 0 1,0 0 0,0 0 0,0 0-1,0 0 1,0 0 0,1 0-1,-1 0 1,0 0 0,0 0 0,0 2-1,-4 6-67,1 1 1,1-1-1,-1 1 0,-3 17 0,6-23 86,-4 24-58,1 0 0,1 1 0,2 36 0,1-63-8,0 0 0,0 0 1,0 0-1,0 1 1,0-1-1,1 0 0,-1 0 1,1 0-1,-1 1 0,1-1 1,0 0-1,0 0 1,0 0-1,0 0 0,0-1 1,0 1-1,1 0 0,-1 0 1,1-1-1,-1 1 1,1-1-1,0 1 0,-1-1 1,4 2-1,-1-1-33,0-1 0,0 0 1,0 0-1,0 0 0,0 0 0,0-1 1,0 0-1,0 1 0,0-2 0,0 1 0,1 0 1,-1-1-1,4-1 0,0 0-33,-1-1-1,1 0 1,-1 0-1,1-1 1,-1 0-1,0-1 1,0 1-1,-1-1 1,1-1-1,-1 1 1,0-1-1,-1 0 1,8-9-1,5-10-36,0 0 1,15-32-1,-24 37-76,-3 5 1918,-6 32-630,-25 250-854,18-99-114,-1 65-2745,8-235 2266,0 0-1,1 0 1,-1 0-1,1 0 0,-1 0 1,1 0-1,0 0 1,-1 0-1,1 0 1,0 1-1,2-4 1,4-6-1158,12-32-4122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5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212 380 19193,'0'0'5087,"1"-23"-4484,1-5-528,0-4-41,1 0 1,9-40 0,-6 41-6,-2-1-1,1-59 1,-5 89-29,-1 0 1,1 0-1,0 1 1,-1-1-1,1 0 1,-1 0-1,1 1 1,-1-1-1,0 1 1,0-1-1,0 1 1,0-1-1,0 1 1,0-1-1,0 1 1,0 0-1,-1 0 1,1-1-1,0 1 1,-1 0 0,1 0-1,-1 0 1,1 1-1,-1-1 1,1 0-1,-1 1 1,0-1-1,1 1 1,-1-1-1,0 1 1,0 0-1,1-1 1,-1 1-1,0 0 1,0 0-1,-2 1 1,-2-1 4,-1 0-1,1 0 1,0 1 0,0 0 0,-1 1-1,1-1 1,0 1 0,0 0-1,-9 5 1,6-1 19,1 0 0,-1 0 0,1 1 0,1 1 0,-1-1 0,1 1 0,0 0 0,1 1 0,0 0 0,1 0 0,-1 0 0,2 0 0,-6 14 0,4-5 86,0 1-1,1-1 1,1 1-1,1 0 0,1 1 1,-1 27-1,3-42-94,0 1 0,1-1 0,-1 0 0,1 0 0,0 1 0,1-1 0,-1 0 0,1 0 1,0 0-1,0 0 0,1-1 0,-1 1 0,1-1 0,0 1 0,0-1 0,0 0 0,1 0 0,0 0 0,0-1 0,0 1 0,0-1 0,0 0 0,0 0 0,9 4 0,8 2-25,0-1-1,0-1 1,0-1-1,38 6 0,6 1-203,-62-12 180,0 0 0,1 1-1,-1-1 1,0 0 0,0 1-1,0 0 1,0-1-1,-1 1 1,1 0 0,0 1-1,-1-1 1,1 0-1,-1 1 1,0 0 0,0-1-1,0 1 1,0 0 0,0 0-1,-1 0 1,1 0-1,-1 0 1,0 0 0,0 1-1,0-1 1,0 0-1,-1 1 1,1-1 0,-1 0-1,0 1 1,0-1 0,0 1-1,-1 3 1,0 4 18,-1 0 1,0-1-1,0 1 0,-1-1 1,-1 1-1,0-1 0,0 0 1,-11 17-1,6-13 47,0-1 0,-2 0-1,1 0 1,-1-1 0,-1-1 0,-22 18-1,25-23 118,1 0-1,-1-1 0,0 0 0,-1-1 1,1 0-1,-1 0 0,1-1 0,-1 0 1,0-1-1,-1 0 0,-18 1 0,27-3-97,0 0-1,0 0 1,-1 0-1,1-1 1,0 1-1,0-1 0,-1 1 1,1-1-1,0 0 1,0 0-1,0 0 1,0 0-1,0 0 1,0 0-1,0 0 0,0-1 1,1 1-1,-1-1 1,0 1-1,1-1 1,-1 0-1,1 0 0,0 1 1,-1-1-1,1 0 1,0 0-1,0 0 1,0 0-1,1-1 0,-1 1 1,0 0-1,1 0 1,-1-5-1,-1-6 61,1 0 0,1-1 0,0 1 0,3-23 0,0 19-85,0 1 0,1 0 0,0-1 0,1 1 0,1 1 0,9-18 0,55-86-99,-15 30-2081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 8180,'0'0'15348,"-3"-1"-14153,2 1-1159,1 0 0,-1 0-1,1 0 1,0 0-1,-1 0 1,1 0 0,-1 0-1,1 0 1,-1 0-1,1 0 1,-1 0 0,1 0-1,-1 0 1,1 0-1,-1 0 1,1 1 0,0-1-1,-1 0 1,1 0-1,-1 0 1,1 1 0,0-1-1,-1 0 1,1 1-1,-1-1 1,1 0 0,0 1-1,-1 0 1,-5 17 447,7 36-214,0-30 3,-1 94 304,2 47 261,-27 217-1,21-370-604,1-24-753,-1-24-1762,4 23 1041,3-29-5746,9 17-2691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6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73 20922,'0'0'5319,"-6"5"-5257,3-3-62,1 1 0,-1 0 1,0 0-1,1-1 0,0 2 1,0-1-1,-3 6 0,4-8 0,1-1-1,0 1 0,-1 0 1,1 0-1,0 0 1,0 0-1,0 0 0,0 0 1,0 0-1,0 0 1,0 0-1,0 0 1,0 0-1,0 0 0,1 0 1,-1 0-1,0 0 1,1 0-1,-1 0 0,0 0 1,1 0-1,-1-1 1,1 1-1,0 0 1,-1 0-1,1 0 0,0-1 1,-1 1-1,1 0 1,0-1-1,0 1 0,-1-1 1,1 1-1,0-1 1,0 1-1,0-1 0,0 1 1,0-1-1,0 0 1,0 0-1,0 0 1,0 1-1,0-1 0,2 0 1,-2 0-5,1 1 1,0-1-1,-1 1 1,1-1-1,0 1 1,-1-1-1,1 0 1,0 0-1,-1 0 1,1 0-1,0 0 1,-1-1-1,1 1 1,0 0-1,-1-1 1,1 1-1,0-1 1,-1 0-1,1 1 1,-1-1-1,1 0 1,-1 0-1,1 0 1,-1 0-1,0 0 1,0 0-1,1 0 1,-1-1-1,0 1 1,0 0 0,0-1-1,0 1 1,0-1-1,-1 1 1,1-1-1,0 1 1,-1-1-1,1-2 1,0 1 14,-1-1 1,1 1 0,-1 0 0,0 0 0,0 0 0,0-1 0,-1 1 0,1 0 0,-1 0-1,1 0 1,-1 0 0,0 0 0,-1 0 0,1 0 0,0 0 0,-1 0 0,0 0 0,1 1-1,-5-5 1,2 2 66,0 1-1,0 0 1,0 1 0,0-1-1,-1 1 1,1 0-1,-1 0 1,0 0-1,0 1 1,0-1-1,0 1 1,-1 0-1,1 1 1,-1 0-1,-8-2 1,22 23-1651,10 5-1035,3-1-2250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246 261 22554,'0'0'3287,"-10"-20"-2951,-69-153 30,76 165-219,-1 1-1,-1 0 1,1 0 0,-1 1 0,-9-10-1,13 14-110,0 1-1,-1 0 1,1-1-1,0 1 1,-1 0-1,1 0 1,-1 0-1,0 0 1,1 0-1,-1 0 1,0 1-1,1-1 1,-1 0-1,0 1 1,0 0-1,0-1 1,1 1-1,-1 0 1,0 0-1,0 0 1,0 0-1,0 0 1,0 0-1,1 1 1,-1-1-1,0 1 1,0-1-1,0 1 0,1-1 1,-1 1-1,0 0 1,-1 1-1,-2 2-19,1 1 0,0-1 0,0 1 0,0 0 0,0 0 0,1 0 0,0 1 0,0-1 0,0 1 0,1-1 0,0 1 0,0 0 0,-2 9 0,-1 7-9,1 0 1,-2 32-1,4-33-1,1-1 0,1 0 0,1 0 0,1 0 0,8 33-1,-9-48-14,0 0 0,1-1-1,0 0 1,0 1 0,0-1-1,1 0 1,-1 0-1,1 0 1,0 0 0,0 0-1,0-1 1,7 6 0,-7-7-21,1 1 0,-1-2 1,1 1-1,0 0 1,0-1-1,-1 0 0,1 0 1,0 0-1,0 0 1,0-1-1,0 1 0,0-1 1,0 0-1,0 0 1,0-1-1,0 1 1,7-3-1,-5 1-10,0 0 0,0-1 0,-1 0 0,1 0 0,-1 0 0,0-1 0,0 0 0,0 0 1,0 0-1,0 0 0,-1-1 0,0 0 0,0 0 0,0 0 0,-1 0 0,0-1 0,3-6 0,1-1 30,0-1 0,-1-1 0,-1 1 0,0-1-1,-1 0 1,2-15 0,-5-2 1707,-1 38-854,7 296-526,-2 133-300,-6-416 3,1-19-19,0-1 0,0 1 0,0 0 1,0 0-1,0 0 0,-1 0 0,1 0 1,0 0-1,0 0 0,0 0 0,0 0 0,0 0 1,0 0-1,0 0 0,0 0 0,0 0 1,0 0-1,0 0 0,0 0 0,0 0 0,0 0 1,0 0-1,0 0 0,0 0 0,0 0 1,0 0-1,0-1 0,-1 1 0,1 0 0,0 0 1,0 0-1,0 0 0,0 0 0,0 0 1,0 0-1,0 1 0,0-1 0,0 0 1,0 0-1,0 0 0,0 0 0,-3-32-46,8-93-1927,-2 70-3330,-1 31 717,-1-7-9213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7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67 187 19817,'0'0'6488,"0"-11"-5778,0 4-668,1 0 0,-1 1 0,2-1 0,-1 0 0,1 0-1,0 0 1,0 1 0,0-1 0,1 1 0,0 0 0,1 0 0,0 0 0,-1 0 0,2 1 0,-1-1-1,8-7 1,-3 5-10,-1 1 0,1-1-1,0 1 1,20-10-1,-26 15-28,1 0 0,-1 0-1,1 1 1,-1 0 0,1-1-1,0 1 1,0 0-1,0 1 1,-1-1 0,1 1-1,0 0 1,0 0 0,0 0-1,0 0 1,0 1 0,0-1-1,0 1 1,3 2-1,-5-2-2,0 0 0,0 0 0,0 1 0,0-1 0,0 1 0,-1-1 0,1 1 0,-1 0 0,1-1 0,-1 1 0,0 0 0,0 0-1,1 0 1,-1 0 0,-1 1 0,1-1 0,0 0 0,0 0 0,-1 0 0,1 3 0,3 51 10,-4-46-8,1 15 6,-2 0 0,-1 0 0,-1-1 0,-9 36 0,8-46-1,0 1-1,-2-1 0,0 0 0,0-1 0,-1 1 1,-1-1-1,0-1 0,-18 21 0,17-27 108,6-15 15,7-15-86,-1 21-45,0-1 1,0 1 0,1-1-1,-1 1 1,1 0 0,0 0-1,-1 0 1,1 1 0,1-1-1,-1 1 1,0 0 0,0 0-1,1 1 1,-1-1 0,1 1-1,-1 0 1,1 0 0,0 0-1,8 1 1,-7-1-5,0 1-1,-1-1 1,1 1 0,0 1-1,0-1 1,-1 1 0,1 0 0,0 0-1,-1 1 1,1-1 0,-1 1 0,0 1-1,1-1 1,-1 1 0,0 0 0,5 4-1,-5-1-17,0 0 0,0 1 0,-1 0 0,0 0 0,0 0 0,-1 0 0,1 1 0,-2 0 0,1-1 0,-1 1 0,0 0 0,-1 0 0,0 0 0,0 0 0,-1 0 0,0 0 0,-2 15 0,1-12 19,-1 0 0,0 0 0,0 0 0,-1 0 0,-1-1-1,1 1 1,-2-1 0,0 0 0,0 0 0,0-1 0,-1 0-1,-11 14 1,8-14 51,-1-1-1,1 0 1,-1 0-1,-1-1 1,1 0 0,-1-1-1,0 0 1,-1-1-1,0 0 1,-23 7-1,13-8 370,-1 0 0,0-1 0,1-1 0,-1-1 0,-25-2 0,48 1-415,-35-5 1028,34 5-1028,0-1 0,0 1 0,-1 0 1,1-1-1,0 1 0,0 0 0,0-1 1,0 1-1,0-1 0,0 0 0,0 1 1,0-1-1,0 0 0,1 0 1,-1 1-1,0-1 0,0 0 0,0 0 1,1 0-1,-1 0 0,1 0 0,-1 0 1,1 0-1,-1 0 0,1 0 0,-1-1 1,1 1-1,0-2 0,1 2-254,0 0 1,0-1-1,0 1 0,0 0 0,1 0 1,-1 0-1,0 0 0,1 0 0,-1 0 1,1 0-1,-1 0 0,1 0 0,-1 1 1,1-1-1,3 0 0,3-3-1147,15-8-5439,-1-3-8690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13222,'0'0'8860,"1"20"-7795,0 331 1122,-37 123-672,27-394-1106,24-104-3272,11-17-3887,-11 14-3308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9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5 17576,'0'0'7545,"-3"5"-7473,0-1-63,1 1 0,-1-1 0,1 1 0,0 0 1,1 0-1,0 0 0,-1-1 0,1 1 0,1 0 0,-1 0 0,1 1 1,0-1-1,1 8 0,-1-12-10,0 0-1,1-1 1,-1 1 0,1 0 0,-1-1-1,0 1 1,1 0 0,0-1-1,-1 1 1,1-1 0,-1 1 0,1-1-1,0 1 1,-1-1 0,1 0 0,0 1-1,-1-1 1,1 0 0,0 1-1,0-1 1,-1 0 0,1 0 0,0 0-1,0 0 1,0 0 0,-1 0 0,1 0-1,0 0 1,0 0 0,0 0-1,-1 0 1,1 0 0,0 0 0,0-1-1,-1 1 1,1 0 0,0-1 0,0 1-1,-1 0 1,1-1 0,-1 1-1,1-1 1,1 0 0,-1-3 23,1 0 0,-1 0 0,1 0 0,-1 0 0,-1 0 0,1-1 1,0 1-1,-1 0 0,0 0 0,0-6 0,0 9 50,0-1 0,0 1 0,0-1 0,0 0 0,-1 1 0,1-1-1,0 1 1,-1-1 0,1 0 0,-1 1 0,1-1 0,-1 1 0,0 0 0,0-1 0,1 1 0,-1 0 0,0-1 0,0 1 0,0 0 0,-1 0 0,1 0-1,0 0 1,0 0 0,-1 0 0,1 0 0,0 0 0,-1 0 0,1 1 0,-3-2 0,1 2-2,-1-1 0,1 1 0,-1 0 0,1 0 0,-1 0 0,1 0 0,-1 1 0,1-1 0,-1 1 0,1 0 0,-1 0 0,-5 3 0,8-3-108,-1 0 1,1 0-1,-1 0 1,1 0 0,-1 1-1,1-1 1,-1 0 0,1 1-1,0-1 1,0 1 0,0-1-1,0 1 1,0 0 0,0-1-1,0 1 1,1 0 0,-1 0-1,1 0 1,-1 0 0,1-1-1,-1 1 1,1 0 0,0 4-1,1-6-178,-1 1 0,0-1 0,1 0 0,-1 1 1,0-1-1,1 0 0,-1 1 0,0-1 0,1 0 0,-1 0 0,1 0 0,-1 1 0,1-1 0,-1 0 0,1 0 0,-1 0 0,1 0 0,-1 0 0,1 0 0,-1 0 0,1 0 0,-1 0 0,1 0 0,-1 0 0,1 0 0,-1 0 0,1 0 0,-1 0 0,1 0 1,-1-1-1,1 1 0,1 0-1243,25-5-10984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29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233 161 19177,'0'0'4236,"-9"-17"-3715,-32-55-233,38 65-178,-2 1 0,1 1 0,0-1 0,-1 1 0,0-1 0,0 1 0,-1 1 0,0-1 0,-11-7 0,14 11-27,0-1-1,0 1 1,-1-1-1,1 1 1,0 0-1,0 0 1,-1 1-1,1-1 1,-1 0-1,1 1 1,0 0-1,-1 0 1,1 0-1,-1 1 1,1-1-1,-1 1 1,1-1-1,-5 3 1,5-1-74,0 0 1,0 0 0,0 0 0,1 0 0,-1 1 0,1-1-1,-1 1 1,1 0 0,0 0 0,0 0 0,0 0-1,0 0 1,0 0 0,1 1 0,0-1 0,-1 0-1,1 1 1,0 5 0,-3 7-3,1-1 1,-1 31-1,3-25-25,0-5 28,0 1 0,1-1 1,1 1-1,0-1 0,5 21 1,-6-34-20,1 0 0,0 0 0,0 0 0,0 0-1,1-1 1,-1 1 0,1 0 0,-1-1 0,1 1 0,0-1 0,0 1 0,0-1 0,0 0 0,0 0 0,1 0 0,-1 0 0,1 0 0,-1 0 0,1-1 0,0 1 0,0-1 0,-1 0 0,1 0 0,0 0 0,0 0 0,0 0 0,0-1 0,0 1 0,1-1 0,-1 0 0,0 0 0,0 0 0,0 0 0,4-1 0,-3 0-25,1-1 0,0 1 0,-1-1 0,1 0 0,-1 0 0,0 0 0,1-1 0,-1 0 0,0 0 0,0 0 0,-1 0 0,1 0 0,-1-1 0,0 0 1,1 1-1,-2-1 0,1 0 0,4-8 0,5-10-27,-1 0 0,10-30 0,-19 49 62,2-7 240,-1 1 0,0-1 1,0 0-1,-1 0 1,0 0-1,-1 0 1,0-12 669,-1 26-402,-1 382 392,1-192-2466,-1-2-6295,1-183 1490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0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20954,'0'0'4732,"0"24"-4305,0-22-416,-1 50 366,12 93 1,3-8 1564,-5 196 1,-9-293-1138,0-39-653,0-6-398,1-1-1,0 1 1,0 0-1,0-1 1,1 1-1,0 0 1,0 0 0,5-10-1,6-20-3924,-8 8-2689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3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4994,'0'0'19310,"13"-21"-19109,41-67-103,-48 79-95,0 0 0,1 0-1,0 1 1,1 0-1,0 0 1,0 1 0,12-9-1,-16 14-9,0-1-1,0 1 0,1 0 0,-1 0 0,1 0 1,0 0-1,-1 1 0,1 0 0,0 0 0,0 0 0,0 1 1,0-1-1,0 1 0,8 1 0,-11-1 3,-1 1 0,1 0 0,0-1-1,-1 1 1,1 0 0,-1 0 0,1-1 0,-1 1 0,1 0-1,-1 1 1,0-1 0,1 0 0,-1 0 0,0 1-1,0-1 1,0 0 0,0 1 0,0-1 0,0 1 0,0-1-1,-1 1 1,1 0 0,0-1 0,-1 1 0,1 0-1,-1 2 1,2 6-9,0 0 0,-1 0 0,0 14 0,-1-17 10,1 22 12,-1 0 0,-2 1 0,-8 42 0,6-54 17,0 0 1,-2-1 0,0 0-1,-1 0 1,-1-1-1,-19 31 1,26-46 153,2-7-11,1 0-170,1 1 1,-1 0-1,1 1 1,0-1 0,0 0-1,0 1 1,1 0-1,-1 0 1,1 0-1,0 0 1,0 0 0,1 1-1,-1 0 1,1 0-1,0 0 1,0 0-1,0 1 1,0 0 0,0 0-1,6-2 1,-7 3-6,-1-1-1,1 1 1,0 0 0,0 0 0,0 1 0,0-1 0,0 1-1,0 0 1,0 0 0,0 0 0,0 0 0,0 1 0,0-1 0,0 1-1,0 0 1,0 0 0,-1 1 0,1-1 0,0 1 0,-1 0-1,1 0 1,-1 0 0,0 0 0,1 1 0,-1-1 0,0 1 0,-1 0-1,5 5 1,-2 2-10,0 0 0,-1 0-1,0 1 1,-1 0 0,0-1 0,0 1-1,-1 0 1,-1 0 0,1 14 0,-2-6 17,0 0 0,-1 1 1,-1-1-1,-6 29 1,5-38 6,-1 1 1,0-1 0,0 0-1,-1 0 1,-1 0-1,0-1 1,0 0 0,0 0-1,-1-1 1,-1 1 0,1-2-1,-15 13 1,16-15-3,-1 0-1,0-1 1,1 0-1,-2 0 1,1 0-1,0-1 1,-1 0-1,0 0 1,1 0 0,-1-1-1,0-1 1,0 0-1,0 0 1,0 0-1,0-1 1,-1 0-1,-12-2 1,18 1-90,0 1 1,0-2-1,0 1 1,0 0-1,0-1 1,0 1-1,0-1 1,0 0-1,1 0 1,-1 0-1,1 0 1,-1 0-1,1 0 1,0-1-1,0 1 1,0-1-1,0 0 1,0 0-1,1 0 1,-1 1-1,1-1 1,0-1-1,-1-3 1,-2-6-1231,1-1 1,0 0-1,1 0 0,0-15 1,0-55-9553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3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8 20297,'0'0'3314,"8"24"-3560,4-18 48,-12-6 204,-1 0 0,1 0 0,0 0 0,0 0 0,0-1 0,0 1 0,0 0 0,0 0 0,0 0 0,0 0 0,0 0 0,0 0 0,0-1 0,0 1 0,0 0 0,0 0 0,0 0 0,0 0 0,0 0 0,0 0 0,0-1 0,0 1 0,0 0 0,0 0 0,0 0 0,0 0 0,0 0 0,0 0 0,0-1 0,0 1 0,1 0 0,-1 0 0,0 0 0,0 0 0,0 0 0,0 0 0,0 0-1,0 0 1,0 0 0,0 0 0,1-1 0,-1 1 0,0 0 0,0 0 0,0 0 0,0 0 0,0 0 0,0 0 0,1 0 0,-1 0 0,0 0 0,0 0 0,0 0 0,0 0 0,-4-3 109,0-1 0,0 1 0,-1 0 0,1 0 0,-1 1-1,0-1 1,0 1 0,0 0 0,0 0 0,0 1 0,-1 0 0,1 0 0,0 0-1,-1 0 1,-8 1 0,14 0-126,-1 0 0,1 0 0,0 1 0,-1-1 0,1 0 0,0 0 0,-1 0 0,1 1-1,0-1 1,-1 0 0,1 1 0,0-1 0,0 0 0,-1 1 0,1-1 0,0 0 0,0 1 0,0-1 0,-1 0-1,1 1 1,0-1 0,0 1 0,0-1 0,0 0 0,0 1 0,0-1 0,0 1 0,0-1 0,0 0 0,0 1-1,0-1 1,0 1 0,0-1 0,0 0 0,0 1 0,0-1 0,1 1 0,-1-1 0,0 0 0,0 1 0,0-1-1,1 0 1,-1 1 0,1-1 0,9 20-1288,-8-17 874,1-1 0,-1 0 0,1 1 0,0-1 0,0 0 0,0 0 0,0-1-1,4 2 1,32 9-7888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4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17688,'0'0'2761,"18"-14"-2630,-2 1-106,7-6-14,0 2 0,2 0 0,38-20 0,-60 36-9,19-8 51,-21 9-48,-1-1 1,1 1-1,-1 0 0,1 0 0,-1 0 0,1-1 0,-1 1 0,1 0 1,-1 0-1,1 0 0,0 0 0,-1 0 0,1 0 0,-1 0 1,1 0-1,-1 0 0,1 0 0,-1 0 0,1 1 0,-1-1 0,1 0 1,-1 0-1,1 0 0,-1 1 0,1-1 0,-1 0 0,1 1 1,-1-1-1,0 0 0,1 1 0,-1-1 0,1 0 0,-1 1 0,0-1 1,1 1-1,-1 0 0,9 47 1043,-3 0 1,2 89-1,-6-56-631,31 514 1453,-29-563-787,-4-31-768,0-6-1166,0-14-1844,0-9-3252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4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20233,'0'0'7140,"110"-28"-6628,-23-4 464,-2 3-512,-14 2-368,-20 11-96,-17 6-16,-16 5-80,-7 5-544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10037,'0'0'12165,"0"-4"-11351,0-1-756,1 1 1,0-1 0,0 0-1,0 1 1,0-1-1,1 1 1,-1-1 0,1 1-1,0 0 1,1 0-1,-1 0 1,1 0 0,0 0-1,0 1 1,0-1-1,0 1 1,1 0 0,-1-1-1,1 2 1,7-6-1,-3 3-67,-1 1-1,1 0 0,0 1 0,0-1 1,0 1-1,1 1 0,-1 0 0,1 0 1,-1 0-1,17 0 0,-22 2 6,-1 0 0,0 1 0,0-1-1,0 0 1,1 1 0,-1-1 0,0 1 0,0-1 0,0 1-1,0 0 1,0 0 0,0 0 0,0 0 0,0 0 0,0 1 0,-1-1-1,1 1 1,2 2 0,-1-1-3,-1 1 1,0-1-1,0 1 1,0-1-1,-1 1 0,1 0 1,-1 0-1,0-1 0,1 9 1,0 6-12,-1 0 0,-1 0 0,-3 32 0,2-39 16,-2 6 31,0 0-1,-1-1 0,0 0 1,-1 1-1,-1-2 0,-1 1 1,0-1-1,-1 0 0,-1 0 0,0-1 1,-1 0-1,-15 16 0,25-29-12,0-1 0,0 0 0,1 0-1,-1 0 1,0 1 0,1-1 0,-1 0-1,0 0 1,0 0 0,1 0 0,-1 0-1,0 0 1,1 1 0,-1-1 0,0 0-1,1 0 1,-1 0 0,0 0 0,1 0-1,-1 0 1,0 0 0,1 0-1,-1-1 1,0 1 0,1 0 0,-1 0-1,0 0 1,1 0 0,-1 0 0,0 0-1,1-1 1,-1 1 0,0 0 0,0 0-1,1 0 1,-1-1 0,0 1 0,0 0-1,1-1 1,4-1-13,14-7-1,0 0 0,0 2 0,1 1 1,0 0-1,23-3 0,-39 8-8,0 1 1,0-1-1,1 1 1,-1 0-1,0 0 1,0 0-1,0 1 0,0 0 1,0-1-1,0 1 1,0 1-1,0-1 1,-1 1-1,1-1 0,0 1 1,-1 0-1,1 0 1,-1 1-1,1-1 1,-1 1-1,0 0 0,0-1 1,0 1-1,-1 1 1,1-1-1,-1 0 1,0 1-1,0-1 0,0 1 1,0-1-1,0 1 1,-1 0-1,2 7 1,0 2 5,0-1 0,-1 1 0,-1 0 0,0 0 0,0 0 1,-2 0-1,1 0 0,-2 0 0,0 0 0,0 0 0,-1 0 1,-1-1-1,0 1 0,-8 16 0,8-21 7,0 0 1,-1 0-1,1-1 1,-1 1-1,-1-1 1,1-1-1,-1 1 1,-1-1-1,1 0 0,-1 0 1,0-1-1,0 0 1,-1 0-1,1 0 1,-1-1-1,0-1 0,0 1 1,-1-1-1,1 0 1,-1-1-1,1 0 1,-11 1-1,15-3-7,0 1 0,0-1 0,0 0 0,1 0 0,-1-1 0,0 1 1,0-1-1,0 0 0,1 0 0,-1 0 0,0 0 0,1-1 0,-5-1 0,6 1-73,0 0 1,0 0-1,0 0 0,0 0 1,0 0-1,0 0 0,0-1 1,1 1-1,-1 0 1,1-1-1,0 0 0,0 1 1,0-1-1,0 0 0,0 1 1,1-1-1,-1 0 0,0-3 1,0-49-3919,4-7-4176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20585,'0'0'1897,"1"7"-1766,-1-6-130,0 1-1,0 0 1,0-1 0,0 1 0,0 0 0,1 0 0,-1-1 0,0 1 0,1 0 0,-1 0 0,1-1 0,0 1 0,0-1 0,-1 1-1,1 0 1,0-1 0,0 0 0,0 1 0,1-1 0,-1 0 0,0 1 0,0-1 0,1 0 0,-1 0 0,1 0 0,-1 0 0,1 0-1,-1 0 1,1-1 0,0 1 0,-1 0 0,1-1 0,0 0 0,0 1 0,-1-1 0,1 0 0,0 0 0,0 0 0,-1 0-1,3 0 1,-4-1 30,1 1-1,-1-1 1,0 1 0,1-1-1,-1 0 1,0 1-1,0-1 1,1 0-1,-1 0 1,0 1-1,0-1 1,0 0 0,0 1-1,0-1 1,0 0-1,0 0 1,0 1-1,0-1 1,0 0-1,-1 1 1,1-1 0,0 0-1,0 1 1,-1-1-1,1 0 1,0 1-1,-1-1 1,1 0-1,-1 1 1,0-2-1,-4 1 149,0 0-1,0 0 1,0 0-1,0 0 1,0 1-1,0 0 1,-9 1-1,0-1-160,8 1-624,7 2-1835,14 0-4236,10-3-6065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6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9556,'0'0'13745,"8"-7"-13539,-8 7-204,14-13 49,0 0 0,26-16 0,-35 26-47,-1 0 1,2 0-1,-1 0 0,0 1 1,0 0-1,1 0 0,-1 0 1,1 1-1,0 0 0,-1 0 0,1 0 1,0 0-1,-1 1 0,1 0 1,9 2-1,-13-1-4,1 0 0,0 0 1,-1 0-1,1 1 0,-1-1 1,0 1-1,1 0 0,-1 0 1,0 0-1,0 0 0,0 0 1,0 0-1,-1 1 0,1-1 0,-1 0 1,1 1-1,-1 0 0,0-1 1,0 1-1,0 0 0,1 2 1,2 11 10,0 0 0,3 23 0,-6-32 2,22 316 1396,-13-133-721,-6-139-484,23 230 558,-25-272-820,0-14-404,0-14-1158,-3-11-2902,-4-4-3706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6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22522,'0'0'4578,"110"-80"-4305,-38 43-145,-6 5-128,-6 10-48,-12 7-1713,-15 9-3346,-12 4-6898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6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4 19881,'0'0'4989,"-20"-1"-4141,6 0-772,0 0 1,-1 1-1,-21 3 0,34-2-71,0-1 0,0 1 0,0 0 0,1 0 0,-1 0 1,0 0-1,1 0 0,-1 0 0,0 0 0,1 0 0,0 1 1,-1-1-1,1 1 0,0-1 0,0 1 0,-1-1 1,1 1-1,1 0 0,-1-1 0,0 1 0,0 0 0,1 0 1,-2 2-1,1 4 13,-1 1 0,1-1 1,0 17-1,0-13 1,-1 31 12,1-1 1,3 0-1,10 72 0,-9-99-28,1 1-1,0-1 0,0 0 0,2 0 0,0 0 0,1-1 0,0 0 0,1 0 0,0 0 0,1-1 0,1-1 0,0 0 0,14 13 0,-21-22-3,1 0 1,-1 0-1,1 0 0,0-1 0,-1 1 0,1-1 0,1 0 0,-1 0 0,0-1 0,0 1 0,1-1 0,-1 0 0,1 0 0,-1-1 1,1 1-1,-1-1 0,1 0 0,-1 0 0,1 0 0,-1-1 0,1 1 0,-1-1 0,1 0 0,-1-1 0,0 1 0,1-1 0,-1 0 1,0 0-1,0 0 0,0 0 0,-1-1 0,1 1 0,0-1 0,-1 0 0,0-1 0,0 1 0,0 0 0,0-1 0,0 0 0,-1 1 1,1-1-1,-1 0 0,0 0 0,0 0 0,-1-1 0,1 1 0,-1 0 0,0-1 0,0 1 0,0-1 0,0-8 0,-1 11 25,0-1 0,0 1 0,0-1 0,0 1 0,-1-1-1,1 0 1,-1 1 0,1-1 0,-1 1 0,0 0-1,0-1 1,0 1 0,0 0 0,-1-1 0,1 1 0,-1 0-1,1 0 1,-1 0 0,-2-2 0,1 1 53,-1 1 0,1-1 1,-1 1-1,0 0 0,1 0 0,-1 0 1,0 1-1,0-1 0,0 1 1,-1 0-1,-3 0 0,0 0-1,-1 0-1,1 0 1,-1 1-1,1 1 1,0-1-1,-1 1 1,1 1 0,0-1-1,0 2 1,0-1-1,-14 7 1,17-6-79,0 0 0,1 0 0,-1 0 0,1 1-1,0 0 1,0 0 0,0 0 0,1 0 0,-1 1 0,1-1 0,0 1 0,1 0 0,-1 0 0,-3 10 0,3-4-577,0 1 0,0 0-1,1-1 1,1 1 0,0 22 0,1 7-4716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7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2 174 12054,'0'0'8972,"-2"-2"-6822,2-4-2034,1-1-1,-1 1 1,1 0 0,0 0-1,1 0 1,-1 0 0,1 1-1,0-1 1,1 0 0,-1 1-1,1-1 1,0 1 0,8-9-1,-5 5-127,0 1 0,1 0-1,0 1 1,1-1 0,-1 1-1,2 1 1,12-10 0,-17 14 4,0 1 1,-1-1 0,1 0 0,0 1 0,0 0-1,0 0 1,0 0 0,0 0 0,0 1 0,0 0-1,7 0 1,-8 0 3,-1 0-1,0 1 1,0-1-1,0 1 1,0 0-1,0 0 1,0-1-1,0 1 1,0 0-1,0 1 1,0-1-1,0 0 1,-1 1-1,1-1 1,0 1-1,-1-1 1,0 1-1,1 0 0,-1-1 1,0 1-1,0 0 1,0 0-1,1 2 1,4 15 1,0 1 0,-2-1 1,-1 1-1,0 0 0,-1 0 1,-1 0-1,-3 32 0,1-14 12,2-27-4,-1 0 1,0 0 0,-1 0 0,-1 0-1,0 0 1,0-1 0,-1 1 0,0-1 0,-1 1-1,0-1 1,-10 18 0,14-28 5,0 1 1,-1-1-1,1 0 0,0 1 0,0-1 1,0 0-1,0 1 0,0-1 1,0 0-1,-1 0 0,1 1 1,0-1-1,0 0 0,-1 1 1,1-1-1,0 0 0,0 0 1,-1 1-1,1-1 0,0 0 0,0 0 1,-1 0-1,1 0 0,0 1 1,-1-1-1,1 0 0,0 0 1,-1 0-1,1 0 0,0 0 1,-1 0-1,1 0 0,0 0 1,-1 0-1,1 0 0,0 0 0,-1 0 1,1 0-1,-1 0 0,-2-16 109,7-23-156,-2 36 32,-1 0 0,1 0 1,0 0-1,0 1 0,0-1 0,1 1 0,-1-1 0,0 1 1,1 0-1,0 0 0,0 0 0,-1 0 0,1 0 0,0 1 0,0-1 1,0 1-1,1 0 0,-1 0 0,0 0 0,5 0 0,-4 0-2,1 0 0,-1 1 0,0-1 0,1 1 0,-1 0 0,1 0 0,-1 1 0,0-1 0,0 1 0,1 0-1,-1 0 1,0 1 0,0-1 0,0 1 0,0 0 0,4 2 0,-3 1 2,0 0 0,0 1-1,0-1 1,0 1 0,-1 0 0,0 0 0,-1 1-1,1-1 1,-1 1 0,0 0 0,-1 0 0,0 0-1,0 0 1,0 0 0,-1 1 0,1 10 0,-1-4 9,0 0 1,-1 1-1,-1-1 1,0 0 0,-1 1-1,0-1 1,-8 25-1,6-29 17,-1 0 0,0 0-1,-1 0 1,0 0 0,0-1-1,-1 0 1,0 0 0,-11 9-1,15-14-24,0-1-1,-1 0 0,1 0 0,-1 0 1,0 0-1,0-1 0,0 0 1,0 0-1,0 0 0,-1 0 0,1 0 1,-1-1-1,1 0 0,-1 0 1,1 0-1,-1 0 0,1-1 0,-1 0 1,0 0-1,1 0 0,-1-1 1,-6 0-1,8-1-205,1 1 0,-1-1 1,0 0-1,1 0 1,0 0-1,-1 0 0,1 0 1,0-1-1,0 1 0,0-1 1,0 1-1,1-1 0,-1 0 1,1 1-1,0-1 0,-1 0 1,1 0-1,1 0 0,-1 0 1,0 0-1,1 0 0,-1-1 1,1-4-1,-4-50-7242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36 19385,'0'0'4506,"-3"-1"-4194,2 1-297,-12 0-57,13 0 41,0 0-1,1 0 1,-1 0-1,0 0 1,0 0-1,0 0 0,0 1 1,0-1-1,1 0 1,-1 0-1,0 0 1,0 0-1,0 0 1,0 0-1,0 1 1,0-1-1,0 0 0,0 0 1,1 0-1,-1 0 1,0 1-1,0-1 1,0 0-1,0 0 1,0 0-1,0 0 0,0 1 1,0-1-1,0 0 1,0 0-1,0 0 1,0 1-1,0-1 1,0 0-1,-1 0 0,1 0 1,0 0-1,0 0 1,0 1-1,0-1 1,0 0-1,0 0 1,0 0-1,0 0 1,0 0-1,-1 1 0,1-1 1,0 0-1,0 0 1,0 0-1,0 0 1,0 0-1,-1 0 1,1 0-1,0 0 0,0 0 1,0 1-1,0-1 1,-1 0-1,1 0 1,0 0-1,0 0 1,0 0-1,-1 0 1,1 0-1,0 0 0,0 0 10,0 0 0,0 0-1,0 1 1,1-1-1,-1 0 1,0 0-1,0 1 1,0-1 0,1 0-1,-1 0 1,0 0-1,0 1 1,1-1-1,-1 0 1,0 0 0,1 0-1,-1 0 1,0 0-1,0 0 1,1 1-1,-1-1 1,0 0 0,1 0-1,-1 0 1,0 0-1,1 0 1,-1 0-1,0 0 1,0 0 0,1 0-1,-1-1 1,0 1-1,1 0 1,-1 0-1,0 0 1,0 0 0,1 0-1,-1 0 1,0-1-1,1 1 1,-1 0-1,0 0 1,0 0 0,0-1-1,1 1 1,-1 0-1,0-1 1,0 1 23,1-1 0,-1 0 0,0 0-1,0 0 1,0 1 0,0-1 0,0 0 0,0 0 0,0 0 0,0 1 0,0-1 0,-1 0 0,1 0 0,0 0 0,-1 1-1,1-1 1,0 0 0,-1 0 0,0 0 0,-1-2 140,-1 0 0,0 1 0,0 0 0,0 0 0,0 0 0,-1 0 1,-3-2-1,-1-1-1076,27 3-14320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8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87 22602,'0'0'3287,"-21"-15"-2943,-63-45 14,81 59-329,1-1 0,0 1 0,-1-1 0,1 1 0,-1 0 0,0 0 1,1 0-1,-1 1 0,0-1 0,-4 0 0,6 1-20,0 0-1,0 0 1,0 0 0,-1 1-1,1-1 1,0 0 0,0 0-1,0 1 1,0-1 0,0 1 0,0-1-1,0 1 1,0-1 0,0 1-1,0 0 1,0 0 0,-1 1-1,0 1 0,0 0 1,0 0-1,0 1 0,1-1 0,-1 1 0,1-1 0,0 1 0,0 0 1,-1 5-1,0 1 15,-11 40 0,4 2-1,1 0 1,3 0-1,2 0 1,2 0-1,7 58 1,-5-100-24,0 0 0,1-1 0,0 1-1,0-1 1,1 0 0,0 0 0,1 0 0,0 0 0,0-1 0,1 1 0,8 10 0,-10-16-6,0 1-1,1-1 1,-1 0 0,1 0 0,-1 0-1,1 0 1,0-1 0,0 0 0,0 1 0,0-1-1,0-1 1,1 1 0,-1-1 0,0 0-1,1 0 1,-1 0 0,1 0 0,0-1 0,-1 1-1,1-1 1,-1-1 0,1 1 0,-1-1-1,1 1 1,-1-1 0,6-2 0,-5 1 0,0-1 0,1 1 0,-1-1-1,0 0 1,-1 0 0,1-1 0,0 1 0,-1-1 0,0 0 0,0-1 0,0 1 0,6-9 0,-8 10 15,0 0 0,0 0-1,-1 0 1,1 0 0,0 0 0,-1 0 0,0-1 0,0 1-1,0 0 1,0-1 0,0 1 0,-1-1 0,1 1 0,-1-1-1,0 1 1,0-1 0,-1 1 0,1 0 0,-1-1-1,1 1 1,-1-1 0,0 1 0,-2-5 0,1 6 20,1 0-1,-1 0 1,0 0 0,1 1 0,-1-1 0,0 0-1,0 1 1,0 0 0,-1-1 0,1 1 0,0 0-1,0 0 1,-1 0 0,1 0 0,-1 0 0,1 1-1,-1-1 1,-3 1 0,-48-3 274,50 3-286,0 0-60,-1 0 0,1 0 1,-1 1-1,1 0 1,-1 0-1,1 0 1,-1 0-1,1 0 1,0 1-1,0 0 1,0 0-1,0 0 1,0 0-1,0 1 1,0-1-1,1 1 1,-1 0-1,1 0 1,0 1-1,0-1 1,0 0-1,0 1 0,1 0 1,-1 0-1,1 0 1,0 0-1,0 0 1,1 0-1,-1 0 1,1 1-1,0-1 1,0 1-1,0-1 1,0 6-1,1-8-238,0 0-1,0 0 0,0 1 1,0-1-1,0 0 1,0 0-1,0 1 1,1-1-1,-1 0 0,1 0 1,1 3-1,-1-3-332,1 0 0,0 0 0,-1 0 0,1-1 1,0 1-1,0-1 0,0 1 0,0-1 0,4 2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5 172 19913,'0'0'4186,"-1"-16"-3828,0 5-302,0 5-41,1 0 0,-1 0-1,1 0 1,0 0 0,0 0 0,1 1 0,0-1 0,0 0 0,0 0 0,1 0 0,-1 1 0,1-1-1,1 1 1,-1-1 0,1 1 0,3-5 0,-2 5 2,1 0 1,-1 1-1,1 0 0,0 0 0,0 0 0,10-6 1,-14 9-16,1 1 0,-1-1 0,1 0 0,-1 0 0,1 1 0,-1-1 0,1 1 0,-1-1 0,1 1 0,-1 0 0,1-1 0,0 1 0,-1 0 0,1 0 0,0 0 0,-1 0 0,1 1 0,-1-1 0,1 0 0,0 1 0,-1-1 0,1 1 0,-1-1 0,1 1 0,-1 0 0,0 0 0,1 0 0,-1 0 0,0 0 0,1 0 0,-1 0 0,0 0 0,1 2 0,3 4 21,-1 1 0,0-1 0,0 1 0,-1 0-1,0 0 1,0 0 0,-1 1 0,1 10 0,8 77 499,-10-79-399,7 406 2269,-8-285-1998,-1-69-221,-2 0 1,-3 0-1,-21 89 0,25-210-1543,1-38-3537,1 40-1101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39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20745,'0'0'8516,"165"-8"-8083,-78-5-257,-4 0-80,-12-2-48,-24 6-32,-20 3 64,-16 6-80,-18 0-4018,-3-9-3425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11477,'0'0'10554,"-1"-5"-9201,2-1-1221,-1 0 1,0 1-1,1-1 0,0 0 1,0 1-1,1-1 1,0 0-1,0 1 0,0 0 1,0-1-1,1 1 0,6-9 1,3-4-141,0 1 0,21-21 0,-22 25 6,2 1 1,0 1-1,0 0 1,28-17-1,-36 25-3,0 0 0,0 1 1,0-1-1,0 1 0,1 0 0,-1 0 0,1 1 0,0 0 0,-1 0 0,1 0 0,0 0 0,0 1 0,-1 0 0,1 0 0,0 1 0,0 0 0,-1 0 0,8 2 0,-11-2 1,0 0 0,0 0 0,0 0-1,0 1 1,0-1 0,0 1 0,-1 0-1,1-1 1,0 1 0,-1 0 0,0 0-1,1 0 1,-1 0 0,0 0 0,0 0-1,0 0 1,0 1 0,0-1 0,0 0-1,-1 0 1,1 3 0,1 7-14,-1 0 0,1 24 1,-2-25 9,0 8-1,-1 1 0,-1 0 0,-1-1 0,0 0 1,-12 36-1,11-43 16,0-1 0,-1 0 0,0 0 0,-1 0 0,0-1 0,-1 0 0,0 0 0,-1-1 0,0 1 0,-17 13 0,25-23-3,0 1 0,0-1 0,0 0 0,0 0-1,0 0 1,-1 0 0,1 0 0,0 0 0,0 0 0,0 0 0,-1 0 0,1 0 0,0 1 0,0-1 0,0 0 0,-1 0 0,1 0 0,0 0 0,0 0 0,0 0 0,-1 0 0,1-1 0,0 1 0,0 0-1,0 0 1,-1 0 0,1 0 0,0 0 0,0 0 0,0 0 0,0 0 0,-1 0 0,1-1 0,0 1 0,0 0 0,0 0 0,0 0 0,0 0 0,-1 0 0,1-1 0,0 1 0,0 0 0,0 0 0,0 0 0,0 0-1,0-1 1,0 1 0,0 0 0,0 0 0,0 0 0,0-1 0,0 1 0,0 0 0,0 0 0,0 0 0,0-1 0,0 1 0,0 0 0,0 0 0,0 0 0,0-1 0,0 1 0,0 0 0,0 0 0,0 0-1,0-1 1,1 1 0,1-18 2,2 10-23,-1 1-1,1-1 0,1 1 1,-1-1-1,1 2 0,1-1 1,-1 0-1,1 1 0,0 0 1,1 0-1,-1 1 0,1 0 1,0 0-1,1 0 0,-1 1 1,1 0-1,14-5 0,-16 7-7,1-1-1,-1 2 1,1-1 0,0 1-1,0 0 1,0 0-1,0 1 1,0 0-1,0 0 1,7 2-1,-9-2 4,-1 2-1,1-1 1,-1 0-1,0 1 0,0 0 1,1 0-1,-1 0 1,-1 0-1,1 1 1,0-1-1,-1 1 1,1 0-1,-1 0 0,0 1 1,0-1-1,4 5 1,-1 3 11,0 0 0,0 1 0,-1-1 0,-1 1 1,0 0-1,0 1 0,-1-1 0,-1 1 0,0-1 0,0 1 1,-2 0-1,1-1 0,-3 17 0,0-10 16,0 0-1,-1-1 1,-1 1 0,-1 0 0,0-1-1,-1 0 1,-1-1 0,-12 21-1,12-26 12,-1 0 0,0 0 0,0-1 0,-2 0 0,1 0 0,-13 10-1,17-17-11,0 0-1,-1 0 0,1-1 0,-1 0 0,0 1 0,0-2 0,0 1 0,0-1 0,0 0 0,0 0 0,-1-1 0,1 0 0,0 0 0,-1 0 0,-7-1 0,11 0-102,0 0-1,1-1 1,-1 1-1,1-1 1,-1 1-1,1-1 1,-1 0 0,1 0-1,-1 0 1,1 0-1,0 0 1,0 0-1,-1-1 1,1 1-1,0-1 1,0 0-1,0 1 1,1-1-1,-1 0 1,0 0-1,1 0 1,-1 0-1,1-1 1,0 1-1,-1 0 1,1-1-1,0 1 1,1 0-1,-1-1 1,-1-4-1,-12-55-5225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0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0 19673,'0'0'2100,"1"14"-2036,3 46-64,-4-58 1,0 0 0,1 1-1,-1-1 1,0 0 0,1 0 0,0 1 0,-1-1 0,1 0 0,0 0 0,0 0 0,2 2 0,-2-3-2,0 0 1,-1-1-1,1 1 1,0-1-1,0 1 1,-1-1 0,1 1-1,0-1 1,0 0-1,0 0 1,0 1-1,0-1 1,0 0 0,-1 0-1,1 0 1,0 0-1,0 0 1,1 0-1,-1-2 49,-1 0-1,1 0 1,-1 0-1,0 0 0,0 0 1,0-1-1,0 1 1,0 0-1,0 0 0,0 0 1,-1 0-1,0-3 1,-1 2 126,-1-1 0,1 0 1,-1 1-1,0 0 1,0 0-1,0 0 1,0 0-1,-1 0 0,1 0 1,-1 1-1,1 0 1,-1 0-1,-7-3 1,-2-1 111,1 1-1,0 1 1,-19-4 0,26 7-253,24 3-9635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18040,'0'0'6358,"2"-8"-6142,0 2-198,1 0 0,0 0 1,1 0-1,-1 1 0,1-1 0,0 1 1,0 0-1,0 0 0,1 1 0,0-1 0,0 1 1,0 0-1,1 0 0,-1 0 0,1 1 1,0 0-1,0 0 0,0 1 0,0-1 1,0 1-1,1 1 0,-1-1 0,9 0 0,-13 2-17,0 0 0,0 1-1,0-1 1,1 1-1,-1-1 1,0 1-1,0 0 1,0-1-1,-1 1 1,1 0 0,0 1-1,0-1 1,0 0-1,-1 0 1,1 1-1,-1-1 1,1 1-1,-1-1 1,1 1 0,-1 0-1,0 0 1,0-1-1,0 1 1,0 0-1,0 0 1,0 0-1,0 0 1,-1 0 0,1 0-1,-1 3 1,4 10 16,-1 1 0,0-1 1,-1 19-1,0-15 43,19 689 3268,-21-597-3262,0-179-5146,0 19 249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1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22250,'0'0'5235,"105"-19"-4883,-34-3-128,-7-3-224,-10 10 0,-19 6-448,-12 9-1313,-15 0-1120,-8 15-3234,0 2-7620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1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18088,'0'0'6425,"9"-17"-6300,34-55-66,-41 69-58,1 0 1,0 0-1,-1 0 1,1 0 0,1 1-1,-1 0 1,0-1-1,0 1 1,1 0 0,-1 1-1,1-1 1,0 1-1,-1-1 1,1 1-1,0 0 1,0 0 0,0 1-1,0-1 1,0 1-1,0 0 1,0 0 0,0 0-1,0 1 1,4 0-1,0 0 0,-5-1-4,-1 0 1,1 1-1,-1-1 0,0 1 1,1-1-1,-1 1 1,0 0-1,1 0 0,-1 0 1,0 1-1,0-1 1,0 0-1,0 1 1,0-1-1,0 1 0,0 0 1,1 1-1,0 1 1,0 1 0,0-1 0,-1 0 0,0 1-1,0-1 1,0 1 0,0 0 0,1 4 0,0 11 4,0-1 0,-1 1-1,0 26 1,-2-38 1,1 23 7,-5 41-1,3-62 0,-1 0 0,0-1 0,-1 1-1,0-1 1,0 1 0,-1-1 0,0 0 0,-7 11-1,11-19 2,-1 0-1,1 0 1,0 0 0,-1-1-1,1 1 1,-1 0-1,1 0 1,-1 0-1,0-1 1,1 1 0,-1 0-1,1-1 1,-1 1-1,0-1 1,0 1-1,1-1 1,-1 1-1,0-1 1,0 1 0,0-1-1,0 0 1,1 0-1,-1 1 1,0-1-1,0 0 1,0 0 0,-1 0-1,1 0 4,0-1 0,0 0 0,0 0-1,1 0 1,-1 1 0,0-1 0,1 0 0,-1 0-1,0 0 1,1 0 0,-1 0 0,1 0 0,-1 0-1,1-1 1,0 1 0,0 0 0,-1-2 0,-4-50 126,5 50-139,0 1 1,0-1-1,0 0 0,0 0 0,1 0 1,-1 1-1,1-1 0,-1 0 1,1 1-1,0-1 0,0 1 1,1-1-1,-1 1 0,0-1 0,1 1 1,0 0-1,-1-1 0,1 1 1,0 0-1,0 0 0,0 0 1,3-1-1,0 0-10,0 1 0,0 0 0,0 0 0,0 1-1,0-1 1,0 1 0,0 0 0,1 1 0,-1-1 0,11 1 0,-12 0-3,0 0 1,0 1-1,0-1 1,0 1-1,0 0 1,0 0-1,0 0 1,0 0-1,0 1 1,0 0-1,-1 0 1,1 0-1,-1 0 1,1 0-1,4 5 1,-3-2 4,-1 0 0,0 0 0,0 0 0,0 0 1,-1 1-1,0-1 0,0 1 0,0 0 0,2 8 1,-1 3 5,1 1 0,-2 0 0,-1 1 0,0-1 1,-1 0-1,-2 24 0,0-30 19,0-1 1,-1 1-1,-1 0 1,0-1-1,-1 0 0,0 1 1,0-2-1,-1 1 0,-1 0 1,0-1-1,0 0 1,-11 13-1,11-16 134,0 0 1,0-1-1,0 0 0,-1-1 1,0 1-1,0-1 1,0 0-1,-1-1 0,1 0 1,-1 0-1,0-1 0,0 1 1,-1-2-1,1 1 1,-1-1-1,1-1 0,-14 2 1,17-3-16,-4 0 130,0 0 0,0 0 1,0-1-1,-10-1 0,17 1-209,1 1-1,-1-1 1,0 1 0,0-1 0,0 0 0,1 0 0,-1 1 0,0-1 0,1 0-1,-1-1 1,0 1 0,1 0 0,0 0 0,-1-1 0,1 1 0,0-1-1,-1 1 1,1-1 0,0 1 0,0-1 0,1 0 0,-1 1 0,0-1-1,0 0 1,0-2 0,1 0 5,0 4-127,8 0-2901,15-3-625,-7-6-2660,3-11-11344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4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215 440 13958,'0'0'8191,"0"-16"-7244,3-22-790,1 1 1,2-1-1,17-59 1,-16 73-109,2 0 0,-2-1-1,-1 1 1,-1-1 0,-1-1-1,1-27 1,-5 52-36,0 1 0,0-1-1,-1 1 1,1-1 0,0 0-1,0 1 1,-1-1 0,1 1 0,0-1-1,-1 1 1,1-1 0,0 1 0,-1-1-1,1 1 1,-1-1 0,1 1 0,-1-1-1,1 1 1,-1 0 0,1-1 0,-1 1-1,1 0 1,-1 0 0,0-1 0,1 1-1,-1 0 1,1 0 0,-1 0 0,0 0-1,1 0 1,-1 0 0,0 0 0,-28-1 258,19 2-219,1-1-34,0 2 0,0-1 0,-1 1 0,1 1 0,0 0 0,1 0 0,-1 1 0,1 0 0,-1 0 0,1 1 0,0 0 0,1 0 0,-1 1 0,1 0 0,0 1 0,-10 11 0,10-11-22,1 1 0,0 0-1,0 0 1,1 0 0,0 1 0,0-1 0,1 1 0,0 0 0,1 1 0,0-1 0,0 1 0,1-1 0,0 1 0,1 0 0,0 19-1,2-24 4,0 0-1,0-1 0,1 1 1,-1-1-1,1 1 0,0-1 0,1 1 1,-1-1-1,1 0 0,-1 0 0,1 0 1,1-1-1,-1 1 0,0-1 0,1 0 1,0 1-1,0-2 0,0 1 1,7 4-1,10 4 3,0 0 1,40 12-1,-47-18-3,44 15 3,-27-10-33,0 1 1,39 21 0,-66-30 20,-1 0 0,1 1-1,0-1 1,-1 1 0,1 0 0,-1 0-1,0 0 1,0 1 0,0-1-1,0 1 1,-1-1 0,0 1 0,1 0-1,-1 0 1,-1 0 0,1 0 0,-1 1-1,1-1 1,-1 0 0,0 1 0,-1-1-1,1 1 1,-1-1 0,0 0 0,0 1-1,0 5 1,-2-1 7,0 1 0,0 0 0,-1-1 1,0 0-1,0 1 0,-1-1 0,0-1 0,-1 1 0,0 0 0,-10 12 0,0-2 28,-1-1-1,-1 0 1,0-2-1,-1 1 1,-30 19 0,37-29-2,0 0 0,-1-1 0,0 0 1,0-1-1,-1 0 0,0-1 0,1 0 0,-1-1 1,-1-1-1,1 0 0,-19 1 0,28-3-5,0-1-1,1 1 1,-1 0-1,0-1 1,0 0-1,1 0 1,-1 0-1,0 0 1,1-1-1,-1 1 1,1-1-1,0 0 1,-1 0-1,1 0 1,0-1-1,0 1 1,1-1-1,-1 1 1,0-1 0,1 0-1,-1 0 1,1 0-1,0 0 1,0-1-1,1 1 1,-1 0-1,0-1 1,1 0-1,-1-3 1,-2-10 0,0 1 1,2 0-1,0-1 1,0 1-1,2-26 1,0 30-71,1-1 1,1 0-1,0 0 1,0 1 0,2-1-1,-1 1 1,1 0-1,10-19 1,-5 14-349,2 0 0,0 1 1,1 0-1,27-28 0,-12 17-2429,2 1 0,62-43 1,-23 30-6143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4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 20922,'0'0'2593,"-11"12"-2561,-33 38-19,42-48-12,1-1 0,0 0 0,0 1 0,0-1-1,0 1 1,0-1 0,1 1 0,-1 0 0,0-1 0,1 1 0,-1 0 0,0 3-1,1-5-1,1 1 0,-1-1 1,0 1-1,0-1 0,0 1 0,0-1 0,0 1 0,1-1 0,-1 1 0,0-1 0,0 0 0,1 1 0,-1-1 0,0 1 0,0-1 0,1 0 0,-1 1 0,1-1 0,-1 0 0,0 0 0,1 1 0,-1-1 0,1 0 0,-1 0 0,1 1 0,-1-1 0,1 0 0,3 1 3,-1-1 0,1 1 0,0-1 0,-1 0 0,1 0 0,0-1 0,3 0 0,-5 1 14,-2 0 22,1 0 0,-1 0 0,1-1-1,-1 1 1,1 0 0,-1 0 0,1-1-1,-1 1 1,1 0 0,-1-1 0,1 1 0,-1 0-1,1-1 1,-1 1 0,0-1 0,1 1 0,-1-1-1,0 1 1,1-1 0,-1 1 0,0-1 0,0 1-1,1-1 1,-1 0 0,0 1 0,0-1 0,0 1-1,0-1 1,0 1 0,0-1 0,0 0 0,0 1-1,0-1 1,0 1 0,0-1 0,0 0 0,-1 1-1,1-1 1,0 0 0,-1 0 50,1-1 1,0 1-1,-1 0 1,1 0-1,-1 0 1,1 0-1,-1 0 1,1 0-1,-1 0 1,0 0-1,1 0 0,-1 0 1,0 0-1,0 0 1,0 1-1,0-1 1,0 0-1,0 0 1,0 1-1,-2-2 1,-2 1 7,-1 0 0,1 0 0,-1 0 0,0 1 0,1 0 0,-1 0 0,1 0 0,-1 1 0,-8 1 0,12-1-109,0-1-1,1 1 1,-1-1 0,1 1 0,-1 0-1,1 0 1,-1 0 0,1-1 0,0 1-1,-1 1 1,1-1 0,0 0 0,0 0-1,0 0 1,0 1 0,0-1-1,0 0 1,0 1 0,0-1 0,0 1-1,1-1 1,-1 1 0,1-1 0,-1 1-1,1 0 1,-1-1 0,1 1 0,0 0-1,0-1 1,0 1 0,0 0 0,0-1-1,0 1 1,1 0 0,-1 1 0,1-1-91,0 0 1,0-1-1,-1 1 1,1-1 0,0 0-1,0 1 1,0-1-1,0 0 1,1 1-1,-1-1 1,0 0 0,1 0-1,-1 0 1,0 0-1,1 0 1,-1 0 0,1-1-1,-1 1 1,1 0-1,0-1 1,-1 1 0,1-1-1,0 0 1,-1 1-1,1-1 1,0 0 0,1 0-1,55 1-3966,-51-2 2992,54-4-8318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5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97 105 14823,'0'0'8580,"-6"0"-7767,-21-1 89,27 1-853,-1 0 0,0 0-1,1 0 1,-1 0 0,1 0 0,-1-1-1,1 1 1,-1 0 0,1 0 0,-1-1-1,1 1 1,0 0 0,-1-1 0,1 1-1,-1 0 1,1-1 0,0 1 0,-1-1-1,1 1 1,0-1 0,-1 1 0,1-1 0,0 1-1,0-1 1,0 1 0,-1-1 0,1 1-1,0-1 1,0 1 0,0-1 0,0 1-1,0-1 1,0-20 147,1 16-67,-1 3-122,0-1-1,0 1 0,1-1 0,-1 1 0,1-1 0,0 1 0,-1 0 1,1-1-1,0 1 0,1 0 0,-1-1 0,0 1 0,1 0 1,-1 0-1,1 0 0,-1 0 0,1 0 0,0 1 0,0-1 0,0 1 1,4-3-1,-2 1-12,0 1 1,1 0-1,-1 0 1,1 0-1,0 1 1,-1 0-1,1-1 1,0 2-1,0-1 1,8 0-1,-12 1 4,1 1 0,-1-1 0,1 0 0,-1 1 0,1-1 0,-1 1 0,1-1 0,-1 1 0,0 0 0,1-1 0,-1 1 0,0 0 0,0 0 0,0 0 0,1 0 0,-1 0 0,0 0 0,0 1 0,0-1 0,-1 0 0,1 0 0,0 1 0,0-1-1,-1 0 1,1 1 0,-1-1 0,1 1 0,-1-1 0,1 3 0,1 6-8,0 0-1,-1 0 1,1 14 0,-2-18 8,2 19 12,-2 0-1,0 0 1,-2 0 0,0 0-1,-2 0 1,-1-1 0,-9 30-1,-12 16 503,-3-1-1,-71 122 0,100-191-482,0 0 0,0 0 0,0 0 0,0 0 0,1 0 0,-1 0 0,0-1 0,0 1 0,0 0 0,1 0 0,-1 0 0,0 0 0,0 1 0,0-1 0,1 0 0,-1 0 0,0 0 0,0 0-1,0 0 1,0 0 0,1 0 0,-1 0 0,0 0 0,0 0 0,0 0 0,0 1 0,1-1 0,-1 0 0,0 0 0,0 0 0,0 0 0,0 0 0,0 1 0,0-1 0,0 0 0,1 0 0,-1 0 0,0 0 0,0 1-1,0-1 1,0 0 0,0 0 0,0 0 0,0 1 0,0-1 0,0 0 0,0 0 0,0 0 0,0 1 0,0-1 0,0 0 0,0 0 0,0 0 0,0 1 0,0-1 0,-1 0 0,1 0 0,0 0 0,0 0-1,0 1 1,0-1 0,26-10-108,-11 4 234,426-119 1089,-323 95-493,-104 27-527,-28 0-8830,13-6 559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6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306 371 12582,'0'0'10183,"0"-3"-9345,10-143 336,1-5-1196,-11 148 27,0 0 0,0-1-1,0 1 1,0 0 0,-1 0-1,1 0 1,-1 0 0,0 0-1,1 0 1,-1 0 0,-1 1-1,1-1 1,0 0-1,-1 0 1,1 1 0,-4-4-1,2 3 19,0 2-1,0-1 0,0 0 1,0 0-1,0 1 0,-1 0 0,1 0 1,0 0-1,-1 0 0,1 0 1,-1 1-1,1-1 0,0 1 1,-6 0-1,-1 0 26,0 0-1,0 0 1,0 1-1,-1 1 1,1 0 0,1 0-1,-1 0 1,0 2 0,0-1-1,1 1 1,0 1 0,0-1-1,-15 12 1,18-12-39,0 1 1,1 0-1,-1 1 0,1-1 1,1 1-1,-1 0 0,1 0 1,0 0-1,0 1 0,1-1 1,0 1-1,0 0 0,0 0 1,1 0-1,0 0 0,1 1 1,-1-1-1,2 0 0,-1 13 1,1-15-9,1 0 0,-1 0 1,2 0-1,-1 0 0,0 0 1,1 0-1,0 0 0,0 0 1,0-1-1,1 1 1,0-1-1,0 1 0,0-1 1,0 0-1,0 0 0,1-1 1,0 1-1,7 4 0,7 6 7,2-1-1,39 19 0,-46-25-6,41 19-28,-33-17 3,-1 0-1,0 2 1,-1 0-1,0 1 1,34 29-1,-51-38 24,1 0 0,0 0-1,-1 1 1,0-1 0,1 1-1,-1 0 1,-1-1 0,1 1-1,-1 0 1,1 0 0,-1 0-1,0 1 1,-1-1 0,1 0-1,-1 0 1,1 0 0,-1 0-1,-1 1 1,1-1 0,0 0-1,-1 0 1,0 0-1,0 0 1,0 0 0,-1 0-1,1 0 1,-1 0 0,-3 5-1,-2 4 26,-2 0-1,1-1 1,-2 1-1,0-2 1,0 1-1,-15 12 1,7-9 41,0 0 1,-1-2 0,-1 0-1,-38 19 1,43-26 66,0 0-1,-1 0 1,1-1 0,-1-1-1,0-1 1,0 0 0,-29 0 0,43-3-104,1 1 1,-1-1-1,0 0 1,0 0-1,0-1 1,0 1-1,0 0 1,0-1-1,0 1 0,0-1 1,0 0-1,0 1 1,1-1-1,-1 0 1,0 0-1,1 0 1,-1 0-1,0 0 1,1-1-1,-2-1 1,1 0-2,1 0 1,-1 0-1,1-1 0,0 1 1,0 0-1,0 0 0,1-1 1,-1 1-1,1-1 0,0-5 1,0-3-34,1 1-1,0 0 1,1 0 0,0 0 0,1 0 0,0 1 0,1-1 0,0 1 0,0 0-1,1 0 1,10-14 0,9-12-431,46-53 0,-53 70 128,113-124-6611,-80 93-1169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6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 15255,'0'0'10784,"-13"2"-10688,-38 8-86,50-10-11,0 1-1,0-1 1,0 1-1,0-1 1,0 1-1,1 0 1,-1 0-1,0-1 1,0 1-1,0 0 1,1 0-1,-1 0 1,0 0-1,1 0 1,-1 0-1,1 0 1,-1 0-1,1 0 1,-1 0-1,1 0 1,0 1-1,0-1 1,0 0-1,-1 0 1,1 0-1,0 0 1,0 0-1,1 1 1,-1-1-1,0 0 1,0 0-1,0 0 1,1 0-1,0 2 1,-1-1-1,1 1 0,0-1-1,0 1 1,0-1 0,0 1 0,1-1 0,-1 0 0,1 0 0,-1 0 0,1 0 0,0 0-1,2 2 1,-3-3 16,1 0-1,0 0 1,0-1-1,-1 1 0,1 0 1,0-1-1,0 0 1,0 1-1,0-1 1,0 0-1,0 0 1,2 0-1,1-5 534,-13-6 71,-7 2-479,-22-15 896,37 24-1159,-1-1 0,1 1 0,-1-1 0,0 1 0,1-1 1,-1 0-1,1 1 0,0-1 0,-1 0 0,1 1 0,0-1 0,-1 0 0,1 1 0,0-1 1,-1 0-1,1 0 0,0 1 0,0-1 0,0 0 0,0 0 0,0 1 0,0-1 0,0 0 0,0 0 1,0 1-1,0-1 0,1 0 0,-1 0 0,0 1 0,0-1 0,1 0 0,-1 0 0,0 1 1,1-1-1,-1 1 0,1-1 0,-1 0 0,1 1 0,-1-1 0,1 1 0,-1-1 0,1 1 0,0-1 1,-1 1-1,2-1 0,16-7-6797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7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21818,'0'0'5445,"0"14"-5333,7 248 619,1-52-520,-9-140-160,2 68 93,4-128-645,-4-10 358,-1 0 0,1 0 0,-1 0 1,1 0-1,-1 0 0,1 0 0,-1 0 0,1 0 0,-1 0 1,1 0-1,-1 0 0,1 0 0,-1-1 0,1 1 0,-1 0 1,0 0-1,1 0 0,-1-1 0,1 1 0,-1 0 0,0-1 1,1 1-1,-1 0 0,1-1 0,-1 1 0,0 0 0,0-1 1,1 1-1,-1-1 0,0 1 0,0-1 0,1 1 0,-1-1 1,10-26-6171,2-14-6399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7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13 233 19513,'0'0'4477,"-3"-18"-3661,0 4-680,1 8-95,1 0-1,0 0 1,0-1 0,0 1 0,0 0 0,1-1 0,0 1-1,1-1 1,-1 1 0,1 0 0,1-1 0,-1 1-1,1 0 1,0 0 0,0 0 0,5-8 0,0 2 175,1 1 0,17-20 0,-22 28-185,-1 0 0,1 0-1,1 0 1,-1 1 0,0-1 0,0 1 0,1 0 0,-1 0 0,1 0 0,0 1 0,0-1-1,0 1 1,7-2 0,-9 3-29,-1 0-1,1 0 1,-1 0-1,1 0 1,-1 1-1,0-1 1,1 0-1,-1 1 1,1-1-1,-1 1 1,0-1-1,1 1 1,-1 0-1,0-1 1,0 1-1,0 0 1,1 0-1,-1 0 1,0 0-1,0 0 1,0 0-1,-1 0 1,1 0-1,0 1 1,0-1-1,0 0 1,-1 0-1,1 1 0,0 1 1,1 4 3,1 0 0,-2 1 1,1-1-1,0 10 0,-2-16-4,4 42 124,-3 0 0,-2 0 0,-1 1-1,-2-1 1,-2-1 0,-2 1 0,-2-1-1,-2 0 1,-1-1 0,-2-1 0,-2 0 0,-40 68-1,44-90 415,13-17-85,8-4 183,52-26-423,1 2-1,2 2 1,79-19-1,40-3 830,-181 46-1213,-1 0-1,1 0 1,-1 0-1,1 0 0,-1-1 1,1 1-1,-1 0 1,0-1-1,1 1 1,-1 0-1,0 0 1,0-1-1,0 1 0,0 0 1,0-1-1,-1 1 1,1-2-1,-1-1-2487,1-5-3510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8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252 341 10773,'0'0'14318,"-6"-21"-13360,-2-2-730,1 5-83,2-1 0,0 0 0,1 0 0,-2-30 0,3 8-91,2 17-43,-2 0 0,-7-38 1,9 61-7,1 0 0,0-1-1,-1 1 1,1 0 0,-1 0 0,1 0 0,-1 0 0,1 0 0,-1 0 0,0 0-1,1 0 1,-1 1 0,0-1 0,0 0 0,0 0 0,0 0 0,0 1 0,0-1 0,0 1-1,0-1 1,0 1 0,0-1 0,0 1 0,0-1 0,0 1 0,0 0 0,0 0 0,-1-1-1,1 1 1,0 0 0,0 0 0,0 0 0,0 0 0,-1 0 0,1 1 0,0-1-1,0 0 1,0 1 0,0-1 0,0 0 0,-2 2 0,-2 0 1,0 0 0,0 1 0,0 0 0,0 0 0,0 0 0,1 0 0,-6 6 0,-1 3-4,0 0-1,1 0 0,0 1 1,1 1-1,1-1 1,0 1-1,1 1 0,0 0 1,2 0-1,-1 0 1,2 0-1,0 1 0,1 0 1,0 0-1,1 0 1,1 0-1,1 0 0,0 0 1,1 0-1,5 26 1,-3-34-4,0-1 1,0 1 0,0-1 0,1 0 0,0 0 0,1-1 0,-1 1 0,1-1 0,0 0 0,1 0-1,0-1 1,0 1 0,0-1 0,0-1 0,1 1 0,-1-1 0,1 0 0,1-1 0,13 6 0,11 2-113,0-1 0,1-2 1,42 6-1,-70-13 81,18 2-131,-1 0-106,1 2-1,34 10 1,-53-14 244,1 0-1,-1 1 1,0 0 0,0-1 0,-1 2 0,1-1-1,0 0 1,-1 1 0,1-1 0,-1 1-1,0 0 1,0 0 0,0 1 0,0-1 0,0 0-1,-1 1 1,1 0 0,-1 0 0,3 7 0,-4-3 25,1-1 0,-2 0 1,1 0-1,-1 1 0,0-1 1,-1 0-1,1 0 0,-2 1 1,1-1-1,-1 0 0,0 0 1,0 0-1,-1-1 0,0 1 1,0 0-1,0-1 0,-1 0 1,0 0-1,-5 6 0,-6 6 52,0-1 0,-1 0-1,-1-1 1,-32 24 0,34-29 152,-1 0 1,-25 12 0,36-20-115,0-1 0,1 0 1,-1 0-1,0-1 0,0 0 0,0 1 1,0-1-1,0-1 0,0 1 1,0-1-1,-1 0 0,1 0 0,0-1 1,-6-1-1,9 2-53,0-1 0,0 0 0,1 0 1,-1 0-1,0 0 0,1-1 0,-1 1 0,1 0 0,0-1 0,-1 1 1,1-1-1,0 1 0,0-1 0,0 0 0,0 1 0,0-1 1,0 0-1,0 0 0,1 0 0,-1 0 0,1 1 0,-1-1 0,1 0 1,0-3-1,-2-55 203,2 43-219,0 2-70,2-1-1,-1 1 1,2-1 0,0 1-1,1 0 1,0-1 0,1 2-1,1-1 1,0 1-1,15-24 1,-14 28-438,0 0 0,1 0 0,0 0 0,1 1 0,0 0 0,0 0 0,1 1 0,16-10 0,9 3-5336,-5 12-4600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8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74 20329,'0'0'6531,"-3"-1"-6421,2 1-112,1 1 0,-1-1 0,0 0 0,0 0 0,0 0 0,0 1 0,1-1 0,-1 0 0,0 1 0,0-1 0,1 0 0,-1 1 0,0-1 1,1 1-1,-1-1 0,0 1 0,1 0 0,-1-1 0,1 1 0,-1 0 0,1-1 0,-1 1 0,1 0 0,0 0 0,-1-1 0,1 1 0,0 0 0,-1 0 0,1 0 0,0-1 1,0 1-1,0 0 0,0 0 0,0 0 0,0 0 0,0-1 0,0 1 0,0 1 0,0 2 2,0-1-1,-1 1 1,2-1-1,-1 1 1,0-1 0,1 1-1,-1 0 1,1-1-1,0 0 1,3 7 0,-4-10 8,0 0 1,0-1-1,0 1 1,0 0-1,0 0 1,0 0 0,0-1-1,0 1 1,1 0-1,-1 0 1,0 0-1,0-1 1,0 1-1,0 0 1,0 0-1,1 0 1,-1 0 0,0 0-1,0-1 1,0 1-1,0 0 1,1 0-1,-1 0 1,0 0-1,0 0 1,0 0 0,1 0-1,-1 0 1,0 0-1,0 0 1,1 0-1,-1 0 1,0 0-1,0 0 1,0 0 0,1 0-1,-1 0 1,0 0-1,0 0 1,0 0-1,1 0 1,-1 0-1,0 0 1,0 0 0,0 0-1,1 1 1,-1-1-1,0 0 1,0 0-1,0 0 1,0 0-1,1 0 1,-1 1-1,0-1 1,1-23 767,-1 22-752,0-7 150,1-5 29,-2 0-1,0 1 0,-2-13 0,3 22-180,-1 1 0,1 0 0,0 0-1,-1 0 1,0 0 0,0-1 0,1 1 0,-1 0-1,0 0 1,-1 1 0,1-1 0,0 0 0,0 0-1,-1 0 1,1 1 0,-1-1 0,0 1 0,1-1-1,-1 1 1,0 0 0,0 0 0,0-1 0,0 1-1,-3-1 1,4 4-427,0 1-1,1-1 1,-1 0-1,1 1 1,0-1-1,0 0 1,0 1-1,0-1 1,0 0-1,1 5 1,10 19-4395,8 0-3847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49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16263,'0'0'8295,"-2"2"-7986,0 0-289,1 1 0,-1 0 0,1 0 0,-1-1-1,1 1 1,0 0 0,0 0 0,0 0 0,0 0 0,1 0-1,-1 0 1,1 6 0,0 47 227,1-26-15,-2 500 3087,1-529-3279,2-29-1852,2 20 295,1-1-1,0 1 1,10-14 0,-15 22 1413,18-24-6195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50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12 14647,'0'0'12048,"-5"-4"-11549,-7-4-268,6 10-4,4 27 80,2-19-288,-20 598 2049,17-546-1809,3-61-238,4-12-699,24-31-3724,-19 19-1251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51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260 389 10805,'0'0'13201,"3"-7"-12027,7-24-1030,-2-1 0,-1 0 0,-2 0 0,-1 0 0,-1-1 0,-2 1 0,-4-50 0,3 79-134,0 0 1,-1-1-1,0 1 0,1 0 1,-1 0-1,0-1 1,-1 1-1,1 0 0,0 0 1,-1 0-1,0 0 0,1 1 1,-1-1-1,-1 0 0,1 1 1,0-1-1,0 1 0,-1 0 1,0 0-1,1 0 0,-1 0 1,0 0-1,0 0 0,0 1 1,0-1-1,-5-1 1,3 2 8,0 0 1,-1 0-1,1 1 1,0-1-1,0 1 1,0 0-1,-1 0 1,1 1-1,0-1 1,0 1-1,0 0 1,0 1-1,0-1 1,0 1-1,0 0 1,-8 5-1,2 0-6,2 0 1,-1 1-1,1 0 0,0 1 1,1-1-1,-1 2 1,2-1-1,0 1 0,0 0 1,0 1-1,-4 11 0,6-12-6,1 0 0,0 0 0,1 1 0,0-1 0,0 1 0,1 0 0,1-1 0,-1 1 0,2 0 0,0 0 0,0 0 0,4 21 0,-2-25-6,0-1-1,1 1 1,0-1 0,0 0 0,0 0 0,1 0-1,0 0 1,0 0 0,0-1 0,1 1 0,0-1 0,10 8-1,7 4-26,46 27-1,-39-26 6,-22-14 21,18 12-150,-1 0 0,26 24 0,-44-35 93,0 1 1,-1-1 0,1 2 0,-1-1-1,-1 0 1,1 1 0,-1 0-1,0 0 1,0 0 0,-1 1-1,0-1 1,3 15 0,-4-11 69,-2 1-1,1-1 1,-1 0 0,-1 0-1,0 1 1,0-1 0,-1 0-1,0 0 1,-1 0 0,-1-1-1,1 1 1,-2-1 0,0 0-1,0 0 1,0 0 0,-1 0-1,-1-1 1,0 0 0,0-1-1,-1 1 1,1-1 0,-2-1-1,1 0 1,-1 0 0,0 0-1,-1-1 1,0-1 0,0 0-1,0 0 1,0 0 0,-22 5-1,25-8 79,1 0 0,-1-1 0,0 0 0,0 0 0,0 0 0,0-1 0,0 0 0,0 0 0,0-1 0,0 0 0,0 0 0,-10-3 0,13 2-51,0 0 1,0 0 0,0 0 0,1 0-1,-1-1 1,1 0 0,0 0-1,0 0 1,-1 0 0,2 0 0,-1 0-1,0-1 1,1 1 0,0-1 0,-1 0-1,2 0 1,-1 0 0,0 0-1,1 0 1,-1 0 0,1-5 0,-3-8-52,1-1 0,2 1 0,-1-1 0,2 1 1,0-1-1,2 0 0,-1 1 0,2-1 0,1 1 0,0 0 1,1 0-1,0 0 0,2 1 0,0-1 0,1 1 0,18-27 1,-7 16-742,1 0 0,1 2 0,1 0 1,1 1-1,1 2 0,1 0 0,2 2 1,31-20-1,12 2-5091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51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53 22634,'0'0'4570,"-4"5"-4548,1-3-21,1 1 0,0-1 0,0 1 0,0 0-1,0 0 1,1 0 0,-1 0 0,1 0 0,-1 0 0,1 0 0,0 1 0,1-1 0,-1 0 0,0 1 0,1-1 0,0 0 0,0 1 0,0-1 0,0 5-1,0-8 0,1 0 0,-1 0 0,0-1 0,0 1 0,0 0-1,0 0 1,0 0 0,0 0 0,0 0 0,0 0 0,0 0-1,0 0 1,1 0 0,-1 0 0,0 0 0,0 0 0,0 0-1,0 0 1,0 0 0,0 0 0,0 0 0,0 0 0,1 0-1,-1 0 1,0 0 0,0 0 0,0 0 0,0 0 0,0 0-1,0 0 1,0 0 0,0 0 0,1 0 0,-1 0 0,0 0-1,0 0 1,0 0 0,0 1 0,0-1 0,0 0 0,0 0-1,0 0 1,0 0 0,0 0 0,0 0 0,0 0 0,0 0 0,0 0-1,0 1 1,1-1 0,-1 0 0,0 0 0,0 0 0,0 0-1,0 0 1,0 0 0,0 0 0,0 0 0,0 1-1,4-14 35,-4-3-14,0 8 54,1 0-1,-1 0 1,-1 0 0,0 0 0,0 0-1,-3-8 1,4 14-33,-1 0 0,0 0 0,0 0 0,0 0 0,0 1 0,0-1 0,-1 0 0,1 1 0,-1-1 0,1 1 0,-1-1 0,1 1 0,-1 0 0,1 0 0,-1-1 0,0 1 0,0 1 0,0-1 0,0 0 0,0 0 0,0 1 0,0-1 1,0 1-1,0-1 0,0 1 0,0 0 0,0 0 0,0 0 0,-2 0 0,2 0-48,1 0 1,0 0 0,-1 0 0,1 0 0,-1 0-1,1 1 1,0-1 0,-1 0 0,1 1-1,0-1 1,-1 1 0,1-1 0,0 1-1,0 0 1,-1-1 0,1 1 0,0 0 0,0 0-1,0 0 1,0 0 0,0 0 0,0 0-1,0 0 1,1 0 0,-1 1 0,0-1 0,0 0-1,1 0 1,-1 1 0,1-1 0,-1 0-1,1 2 1,-1 3-364,0 0 0,1 0 0,0 0 0,0 0 0,1 0 0,1 9 0,-2-13 76,0 0 1,1 0-1,-1-1 1,1 1-1,0 0 1,-1-1-1,1 1 1,0-1-1,0 1 1,0-1 0,2 3-1,19 11-5343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52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69 15223,'0'0'11296,"-16"-12"-10616,-48-35-184,47 38-101,18 16-420,-1-4 58,1 37-26,2 0 0,1 0 0,2 0 0,1-1 0,3 0-1,22 60 1,-29-91-1,0 1 0,1-1 0,0 0 0,9 11-1,-12-17-21,1 0-1,0 0 1,-1 0-1,1 0 1,0 0-1,0-1 1,0 1-1,0-1 1,1 0-1,-1 1 1,0-1-1,0 0 0,1 0 1,-1-1-1,1 1 1,-1 0-1,1-1 1,-1 1-1,5-1 1,-5 0 7,-1 0 0,1 0 0,-1-1 0,1 1 0,-1 0 1,1-1-1,-1 1 0,0-1 0,1 1 0,-1-1 0,0 0 0,1 1 0,-1-1 1,0 0-1,0 0 0,0 0 0,0 0 0,0 0 0,2-2 0,-1-1 4,0 1 0,0-1 0,0 0 0,0 1-1,0-1 1,1-8 0,1-3 22,-2 0 0,0 0-1,0-15 1,-1 19 5,-1 0-1,0 0 1,0-1-1,-1 1 1,-1 0 0,0 0-1,-1 0 1,0 1-1,0-1 1,-1 1-1,-1-1 1,1 1 0,-2 1-1,1-1 1,-1 1-1,-1 0 1,0 0 0,0 0-1,-1 1 1,0 0-1,-15-11 1,19 16-51,-1 0 0,0 0 0,0 0 0,0 1 0,-1 0 0,1-1 0,-1 2 0,1-1 0,-1 1 0,0 0 0,1 0 0,-1 0 0,0 1 1,0 0-1,-6 1 0,10-1-157,0 0-1,0 1 1,0-1 0,0 1 0,-1 0 0,1 0 0,0 0 0,0 0 0,0 0 0,1 0 0,-1 0 0,0 1 0,0-1 0,1 1 0,-1-1 0,-2 4 0,3-3-286,0 1 0,0-1 1,-1 1-1,2-1 0,-1 1 0,0 0 1,0-1-1,1 1 0,0 0 1,-1 0-1,1-1 0,0 1 0,0 0 1,1 0-1,-1-1 0,1 5 1,8 20-9142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8:5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259 244 19657,'0'0'2772,"-8"-19"-1838,-53-140 426,59 153-1062,0 0 1,-1 0-1,0 1 0,0-1 0,0 1 0,-1 0 0,1 0 0,-8-7 0,10 11-224,0 0-1,0 0 1,0 0 0,-1 0-1,1 0 1,0 1 0,0-1-1,-1 1 1,1-1 0,0 1-1,-1-1 1,1 1 0,-1 0-1,1-1 1,-1 1 0,1 0-1,-3 0 1,2 1-64,0-1 0,1 1 0,-1 0 0,0-1 0,0 1 0,1 0 0,-1 0 0,0 0 0,1 1-1,-1-1 1,1 0 0,-1 0 0,1 1 0,0-1 0,-1 1 0,-1 3 0,-3 5-4,1 0-1,-1 1 0,1-1 0,1 1 1,0 0-1,1 1 0,0-1 1,1 1-1,-1 12 0,-3 110-4,6-122-1,0 0-25,0 0 0,1 0 0,1 0 0,0-1 0,1 1 0,0 0 0,0-1 0,7 14 0,-8-22-10,-1 0-1,1 0 0,-1 0 1,1 0-1,0-1 0,0 1 1,0-1-1,1 1 0,-1-1 1,1 0-1,-1 0 0,1 0 1,0 0-1,-1 0 0,1 0 1,0-1-1,0 0 0,0 1 1,1-1-1,-1 0 0,0-1 1,0 1-1,1-1 0,-1 1 1,0-1-1,1 0 0,-1 0 1,0 0-1,0-1 0,1 1 1,-1-1-1,0 1 0,0-1 1,6-3-1,-5 2 12,1 0 0,-1-1 0,1 1 0,-1-1 0,0 0 0,0-1 1,0 1-1,-1-1 0,1 1 0,-1-1 0,0 0 0,0 0 0,0-1 0,0 1 0,-1-1 0,0 1 0,0-1 0,0 0 1,2-8-1,0-4 126,0 1 0,-1-1 0,-1 0 0,0-29 0,-2 42 36,0-1-1,-1 1 1,1 0-1,-1-1 1,0 1-1,-3-9 1,4 12-39,-1-1 0,1 1 0,-1 0 0,0 0 0,1 0-1,-1-1 1,0 1 0,0 0 0,0 0 0,0 0 0,0 0 0,0 1 0,0-1 0,0 0 0,-1 0 0,1 0-1,0 1 1,0-1 0,-1 1 0,1-1 0,0 1 0,-1 0 0,1-1 0,0 1 0,-1 0 0,-1 0 0,2 0-80,1 0 0,0 0 0,-1 0 0,1 1 1,-1-1-1,1 0 0,0 0 0,-1 0 0,1 1 0,0-1 1,0 0-1,-1 1 0,1-1 0,0 0 0,0 0 1,-1 1-1,1-1 0,0 1 0,0-1 0,0 0 1,0 1-1,-1-1 0,1 0 0,0 1 0,0-1 1,0 1-1,0-1 0,0 0 0,0 1 0,0 0 1,-6 33-17,1 1 1,2-1-1,1 1 1,4 55 0,0-14 4,-1 10 88,1-7-144,-11 91 0,6-146 145,-1-1 1,0 1-1,-2-1 0,-1-1 0,-1 1 1,-1-1-1,0-1 0,-17 28 0,22-43-78,0 0 1,-1 0-1,1-1 0,-1 1 0,0-1 0,-1 0 1,-7 5-1,10-8-21,0 0 0,0 0 0,0-1 0,0 1 1,0-1-1,-1 0 0,1 0 0,0 0 0,-1 0 1,1-1-1,0 0 0,-1 1 0,1-1 0,-1 0 1,1-1-1,-7 0 0,9 0-49,0 1 1,0-1-1,0 0 1,0 0-1,0 0 1,0 0-1,0 0 0,0 0 1,0 0-1,0 0 1,0-1-1,1 1 0,-1 0 1,0 0-1,1-1 1,-1 1-1,1 0 1,-1-1-1,1 1 0,0 0 1,0-1-1,0 1 1,0-1-1,0 1 0,0-1 1,0 1-1,0 0 1,0-1-1,0 1 1,1-2-1,-1 1-96,0 0-1,0 1 1,1-1-1,-1 0 1,0 0 0,1 1-1,-1-1 1,1 0-1,0 1 1,-1-1 0,1 0-1,0 1 1,0-1-1,0 1 1,0 0 0,0-1-1,1 1 1,-1 0-1,0-1 1,0 1 0,1 0-1,-1 0 1,1 0-1,1-1 1,6 2-7489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00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11333,'0'0'9845,"7"4"-9301,-5-4-368,2 5-176,-4 7-1409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08.7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392 468 8548,'0'0'7483,"0"0"-7440,0-1 0,0 1 0,0 0 0,0 0 0,0-1 0,0 1 0,0 0 0,0-1 0,0 1 0,0 0 0,0-1 0,0 1 0,0 0 0,0-1 0,0 1 0,0 0 0,0-1 0,0 1 0,1 0 0,-1 0-1,0-1 1,0 1 0,0 0 0,1 0 0,-1-1 0,0 1 0,0 0 0,1 0 0,-1-1 0,0 1 0,0 0 0,1 0 0,-1 0 0,0 0 0,1 0 0,-1-1 0,0 1 0,1 0 0,34-16-13,1 2 1,0 1-1,42-9 1,-58 17-31,613-130-1275,-310 74-24,288-90-239,-548 134 1806,-40 10 30,-1 2 1,1 0-1,0 2 0,34-1 0,-56 5-300,0-1 0,1 1 0,-1 0 0,0 0 0,1 0 0,-1 0 0,0 0 0,0 0 0,0 0 0,0 0 0,0 0 0,0 0 0,0 1 0,0-1 0,0 0 0,-1 1 0,1-1 0,0 0 0,-1 1 0,1-1 0,-1 1 0,0-1 0,1 3 0,9 40 29,-10-43-24,71 510 650,-54-127-263,5 53 189,-9-157 24,-13-280-605,-1 1 0,1-1-1,-1 1 1,1 0 0,0-1 0,-1 1 0,1-1 0,-1 1 0,0-1 0,1 0 0,-1 1 0,1-1 0,-1 0-1,1 1 1,-1-1 0,0 0 0,1 1 0,-1-1 0,0 0 0,1 0 0,-1 0 0,0 0 0,0 0 0,1 0-1,-1 0 1,0 0 0,1 0 0,-2 0 0,-28 0 2,21 0-19,-67 2-1348,0 3 0,-147 31 0,-243 73 825,-227 45 2922,552-129-2005,-2-7-1,-181 0 1,307-18-353,0-1 0,0 0 0,0-1 0,0-1 1,1-1-1,-1 0 0,1-1 0,0-1 0,-17-8 1,23 9-15,0-1 1,1-1 0,0 0-1,0 0 1,0 0 0,1-1-1,0-1 1,1 1 0,0-1-1,0 0 1,1-1 0,0 0-1,0 0 1,-5-16 0,4 9-13,2-1 0,0 1 1,1-1-1,-3-32 1,4-75-57,3 103 50,3-74-97,4 1 0,4 0 1,5 1-1,4 0 0,56-163 0,-70 242 31,1-5-135,1 0 0,0 0 0,13-19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10.2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114 714 9428,'0'0'51,"24"-7"10,255-79 268,815-186 1923,-847 215-2250,133-35 134,427-94 235,-783 181-183,-14 3 68,1-1 1,0 2-1,17-2 1,-29 20 623,-15 36-199,0-5-420,7-3 82,3 0 0,-2 72 0,12 95 893,12-31-595,40 179-1,-27-189-494,29 240 26,-35-231-136,2-34-6,-26-145-25,1-1 0,0 1 0,-1 0 0,1-1 0,-1 1 1,1-1-1,-1 0 0,1 1 0,-1-1 0,1 1 0,-1-1 0,1 0 1,-1 1-1,0-1 0,1 0 0,-1 0 0,1 1 0,-1-1 0,0 0 1,1 0-1,-1 0 0,0 0 0,1 0 0,-1 0 0,0 0 0,1 0 1,-1 0-1,0 0 0,0 0 0,-30-1-33,25 1 11,-182-7-2135,-363 36 1,-957 258 4893,883-108-2237,600-171-439,1 1 64,0-2 0,-45 8 0,68-15-114,0 0 1,-1 0-1,1 0 0,0 0 1,0 0-1,0 0 1,0 0-1,0-1 0,0 1 1,0 0-1,-1-1 1,1 1-1,0-1 1,0 1-1,0-1 0,0 1 1,1-1-1,-1 0 1,0 1-1,0-1 0,0 0 1,0 0-1,1 1 1,-1-1-1,0 0 1,1 0-1,-1 0 0,1 0 1,-1 0-1,1 0 1,-1 0-1,1 0 0,0 0 1,-1-1-1,1 1 1,0-2-1,-1-6-30,0 0 0,1 0 0,1-17-1,0 7 46,0-36-20,0-44-452,-4 0 0,-28-178 0,13 193 1,4-1-1,-6-171 1,20 238 504,1 1 0,1-1-1,0 1 1,2 0 0,0 0 0,11-31-1,-11 39-228,0 1-1,1-1 1,0 1 0,1 0-1,-1 0 1,1 0-1,9-8 1,-8 10-552,-1 1 1,1 0 0,-1 0-1,2 1 1,10-6-1,-1 4-11160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11.5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227 882 7828,'0'0'4874,"-6"-12"-3690,-19-37-378,24 47-780,0 1 0,0-1 0,1 1 0,-1-1 0,0 1 0,1-1 1,-1 0-1,1 1 0,0-1 0,0 0 0,-1 1 0,1-1 0,0 0 0,0 0 0,1 1 0,-1-1 0,0 0 0,0 1 0,1-1 0,-1 0 0,1 1 1,0-1-1,-1 0 0,1 1 0,0-1 0,0 1 0,0-1 0,2-1 0,1 0 51,0 0 0,0 0 0,0 1 0,0 0 1,1 0-1,-1 0 0,9-2 0,-2 0-39,262-70 3,-147 45-23,857-241-32,218-53 92,-926 274 344,-270 47-404,-9 15 54,-8 11 28,0 0 0,2 0 0,1 1 1,0 0-1,-5 32 0,0 36 468,-2 123 0,16 97-485,1-149-54,6-31-18,45 252 0,4 35 2,-55-418-13,-1 6 1,1 0-1,-1 0 1,0 0 0,-1 0 0,-2 15 0,2-20-2,-1-1 1,1 1-1,0-1 1,-1 1 0,1-1-1,-1 1 1,0-1 0,0 0-1,0 0 1,0 0 0,0 0-1,0 0 1,-1 0-1,1 0 1,-1-1 0,1 1-1,-1-1 1,1 0 0,-4 1-1,-52 19-851,-2-2 0,-75 12-1,26-6-448,-344 84-436,-232 45 4428,603-136-2273,-753 155 50,441-93-635,353-71 394,0-2 0,-78 4 0,116-11-167,0 0 0,0-1 1,0 1-1,0-1 0,0 1 1,1-1-1,-1 0 1,0 0-1,0 0 0,1 0 1,-1-1-1,1 1 1,-1-1-1,1 1 0,0-1 1,-1 0-1,1 0 1,0 0-1,0 0 0,0 0 1,1-1-1,-1 1 0,1-1 1,-1 1-1,1-1 1,0 1-1,-1-1 0,2 0 1,-1 1-1,0-1 1,0-6-1,-2-8-30,1-2 0,0 1 0,2 0-1,1-21 1,0 6 36,6-189-1638,10 0 0,56-276-1,-62 441-1452,0 16-1580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13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465 841 10677,'0'0'2628,"-2"0"-2595,5 0 94,22-1 139,0-1 0,0-1 0,0-1 0,31-10 0,100-40 516,-104 34-570,329-126 906,253-88-502,81 39-1050,7 45-199,-689 144 801,1 1 0,56-2 0,-89 8-164,-1-1 1,0 1-1,1-1 0,-1 1 1,0-1-1,0 1 1,1-1-1,-1 1 0,0-1 1,0 1-1,0-1 1,0 1-1,0-1 0,0 1 1,0-1-1,0 1 0,0-1 1,0 1-1,0-1 1,0 1-1,0-1 0,0 1 1,0 0-1,0-1 1,-1 1-1,1-1 0,0 0 1,0 1-1,-1-1 1,1 1-1,0-1 0,-1 1 1,1 0-1,-7 7 46,1 0 1,-1 1-1,0-2 0,-10 9 0,-24 28 35,28-24 12,1 2-1,1-1 0,1 1 0,1 1 0,1 0 0,1 0 1,-7 37-1,-14 174 382,27-225-458,-10 576 360,13-378-342,17 254 44,-1-6 386,-17-381-442,-3 77-15,2-148-25,-1 0 0,0 0-1,0 0 1,0 0 0,0 0-1,-1 0 1,1 0-1,-1 0 1,0 0 0,0-1-1,0 1 1,0-1 0,0 1-1,-1-1 1,1 0 0,-1 0-1,1 0 1,-1 0 0,0 0-1,0-1 1,0 1-1,0-1 1,-5 2 0,-6 2-196,0 0 1,-1-2 0,-26 5-1,-52 0 11,-166-8 0,202-1 216,-164-6 297,-403 3 535,514 14-660,0 5 0,1 4-1,1 5 1,-122 45-1,-400 190 595,556-224-772,-255 111 77,321-143-94,-30 11 198,36-14-137,1 0-1,0 1 1,-1-1 0,1 0 0,-1 0 0,1 0 0,0 0 0,-1 0 0,1 0 0,-1-1 0,1 1 0,0 0 0,-1-1 0,1 1 0,0-1 0,-1 1 0,1-1 0,0 0 0,0 1 0,-1-1 0,1 0 0,0 0 0,-2-2 0,-5-9-38,-1-1 0,2-1 0,0 1 0,0-1 0,-7-24 0,3 0-71,-7-43 0,10 21 4,2-1-1,4-91 1,3 91 36,23-311-5,28 1 83,-36 265-8,-4 28-17,29-179-35,-38 243-197,0-1 0,10-28 1,-11 39-249,0 0-1,0 0 1,0 0 0,0 1 0,1-1 0,0 0 0,-1 1 0,1 0 0,0 0-1,1 0 1,-1 0 0,0 0 0,1 1 0,4-3 0,26-7-9046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16.3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4610,'0'0'0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19.4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649 395 9540,'0'0'5571,"33"-1"-5029,26-6-117,114-31 0,-85 16-195,255-61 365,436-84-496,-622 143-129,227-27 4,-315 49-121,-68 28-21,-16 619 160,-5 171 216,25-714-165,-2-63-17,-4 73 1,1-109-28,-1-1 1,0 0-1,1 1 1,-1-1-1,0 0 1,-1 0-1,1 0 1,0 0-1,-1 0 1,1 0-1,-1 0 1,1 0-1,-1 0 1,0-1-1,0 1 1,0-1-1,0 1 1,0-1-1,0 0 1,0 0-1,0 0 1,-1 0-1,1 0 1,0 0-1,-4 0 1,-9 3-22,0-1 0,-28 2 0,34-4 5,-239 11-905,29-3-56,-487 73-811,-339 122 5638,1017-197-3815,-25 7 365,0-3-1,0-2 0,-81 3 0,132-12-397,1-1 0,-1 1 0,1 0-1,0-1 1,0 1 0,-1-1-1,1 0 1,0 1 0,0-1-1,-1 0 1,1 0 0,0 0 0,0 0-1,0 0 1,0 0 0,0 0-1,1 0 1,-1 0 0,0 0 0,0-1-1,1 1 1,-1 0 0,1 0-1,-1-1 1,1 1 0,-1 0 0,1-1-1,0-1 1,-8-45-24,8 42 20,-5-82-21,11-144 1,28-90 155,-2 31 15,1-78 587,-18 428-4376,-6-14-1251,1-2-6576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21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392 539 13158,'0'0'256,"3"0"-5,25-2 150,0-1 1,1-2-1,48-14 1,-1 0-111,353-68 169,257-58-381,-380 65-238,103-25-236,7 34 386,-362 69-7,-57 19-75,-8 12 106,1 1 0,1 0 0,2 0 0,-4 38 0,3 342 339,9-254-153,15 342 893,-4-377-757,4-1 1,38 134 0,-52-246-359,0 0 0,-1 1-1,1-1 1,-1 12 0,-1-19 16,0-1 1,0 0 0,0 0 0,0 0 0,0 0 0,0 1 0,-1-1 0,1 0-1,0 0 1,0 0 0,0 0 0,0 0 0,0 1 0,0-1 0,0 0 0,-1 0-1,1 0 1,0 0 0,0 0 0,0 0 0,0 0 0,0 0 0,-1 0-1,1 0 1,0 1 0,0-1 0,0 0 0,0 0 0,-1 0 0,1 0 0,0 0-1,0 0 1,0 0 0,0 0 0,-1 0 0,1 0 0,0 0 0,0-1 0,0 1-1,0 0 1,-1 0 0,1 0 0,-3 0-24,-153-2-761,-227 8-930,283 4 1184,-168 41-1,-91 50 447,-191 96 106,-193 53 171,697-238-234,14-3 250,-1-1-1,0-1 1,-65 4 0,97-12-204,-1 1 0,0-1 0,1 1 0,-1-1 0,1 0-1,-1 1 1,1-1 0,-1 0 0,1 0 0,-1 0 0,1 0 0,0-1 0,0 1 0,0 0 0,-1 0 0,1-1 0,0 1 0,1-1 0,-1 1 0,0-1 0,0 1 0,1-1 0,-2-1 0,-14-47-203,13 40 126,-18-73-33,-12-99-1,2-91 249,26 216-81,-15-143 967,9-319 1,11 515-1053,0 0 0,0 0-1,1 0 1,-1 0 0,1 0 0,0 0 0,0 0 0,1 0 0,-1 0 0,1 0-1,0 1 1,2-5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24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315 850 6211,'0'0'6160,"4"-2"-5923,148-58 843,174-44-1,4 0-807,224-111-196,284-96-125,-802 299 6,1 1 0,1 1 1,-1 2-1,2 2 0,39-1 0,-77 7 7,1 0 0,-1 0 0,1 1-1,-1-1 1,1 0 0,-1 1 0,1-1-1,-1 1 1,1-1 0,-1 1-1,1 0 1,-1 0 0,0-1 0,1 1-1,-1 0 1,0 0 0,0 0-1,0 0 1,0 1 0,0-1 0,0 0-1,0 0 1,0 1 0,0-1 0,-1 1-1,1-1 1,0 0 0,-1 1-1,0-1 1,1 1 0,-1-1 0,1 4-1,0 5 20,0 1 0,-1-1-1,0 1 1,-2 10 0,1-6-55,-7 34 63,6-38 11,0 1-1,0-1 1,0 12-1,3-6 14,0-1-1,2 1 0,0-1 0,0 0 1,2 0-1,0-1 0,11 24 0,-11-27-2,17 52 99,-3 0 1,-3 1 0,-2 1-1,7 101 1,-8 273 189,-13-440-301,2 181 321,-20 407 1570,16-575-1930,-1 0 1,0-1 0,0 0 0,-1 1 0,0-1-1,-2 0 1,1-1 0,-1 0 0,-1 1 0,0-2-1,0 1 1,-1-1 0,0 0 0,-1-1 0,0 0-1,-1 0 1,0-1 0,0-1 0,-1 1-1,-13 6 1,-3 0-81,-2-1 1,1-2-1,-2 0 0,1-2 0,-2-1 0,1-2 1,-39 4-1,-317 29-870,-307 42 713,465-47 564,-238 43 896,378-57-941,1 4 0,1 4 0,-100 47 0,151-59-216,-63 29 15,86-41-41,-1 0 1,1 0 0,-1-1-1,1-1 1,-1 0-1,-13 0 1,24-2 1,1 0 0,-1 0 0,1 0 0,0-1 0,-1 1 0,1 0 0,0-1 0,-1 1 0,1-1 0,0 1 0,-1-1 0,1 1 1,0-1-1,0 0 0,0 0 0,0 0 0,-1 0 0,1 0 0,0 0 0,1 0 0,-1 0 0,0 0 0,0 0 0,0 0 0,1-1 0,-1 1 0,0 0 0,1 0 0,0-1 0,-1-1 0,-1-5 10,1 0 0,0 0 0,0 0 1,1-12-1,0 6-18,-9-842 344,7 811-110,0-9 189,2 1 0,8-58 0,-6 97-344,0 1 0,1-1 0,0 1 0,1 0 1,0 0-1,1 0 0,1 0 0,0 1 0,1 0 0,0 0 0,1 1 0,0 0 1,13-13-1,-19 22-84,0 0 1,0 0-1,0 0 1,0 0-1,0 1 1,0-1-1,1 1 1,-1-1-1,1 1 1,-1 0-1,1 0 1,-1 0 0,1 0-1,0 1 1,-1-1-1,1 1 1,0-1-1,0 1 1,-1 0-1,1 0 1,0 1-1,0-1 1,-1 0-1,1 1 1,0-1-1,3 3 1,-2-1-181,-1 0-1,0 0 1,1 0 0,-1 1 0,0-1 0,0 1 0,-1 0-1,1 0 1,-1 0 0,1 0 0,-1 1 0,0-1 0,0 0-1,0 1 1,-1 0 0,1-1 0,1 6 0,7 45-5359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25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502 658 4866,'0'0'9797,"-6"2"-9277,-11 4-196,25-8 45,48-19 299,188-94 686,137-61-895,11 29-357,-217 99-136,200-29-1,183 5 582,-487 64 899,-71 9-1441,1-1 1,-1 1 0,0-1-1,1 1 1,-1 0 0,0-1-1,0 1 1,1 0 0,-1-1-1,0 1 1,0 0 0,0-1-1,0 1 1,0 0 0,0-1-1,0 1 1,0 0 0,0-1-1,0 2 1,-1 1 6,-1 40 37,-2 0 0,-15 61 1,0 8-27,1 94 336,10 238 0,8-312-133,56 575 1083,-23-421-948,-27-221-322,-2 112 0,-5-173-39,1-1 0,-1 1 0,0-1 0,0 1 0,0-1 0,0 1 0,0-1 0,-1 0-1,0 0 1,1 0 0,-1 0 0,-1 0 0,1 0 0,0 0 0,-1 0 0,1-1 0,-1 1 0,0-1 0,1 0 0,-1 0 0,0 0 0,-1 0 0,1-1 0,0 1 0,0-1 0,-1 0 0,1 0 0,-1 0 0,1 0 0,-6 0 0,-6 1-18,0 0 0,0-1 1,0-1-1,-1-1 0,1 0 0,-17-4 0,-106-30-448,15 2 95,49 20-32,-145-7 1,-78 24 134,172 6 261,1 6 0,-218 58 0,-231 110 679,540-172-643,2 0-16,-1 0 0,1-3 0,-2 0 0,1-2 0,-62 4 0,90-10-14,1-1 0,-1 0 1,0 0-1,1 0 1,-1-1-1,0 1 0,1-1 1,-1 0-1,1 0 0,-1 0 1,1 0-1,-1-1 0,1 1 1,0-1-1,0 0 0,0 0 1,0 0-1,0-1 1,0 1-1,0-1 0,1 1 1,-1-1-1,1 0 0,0 0 1,0 0-1,0 0 0,0 0 1,-2-7-1,-5-9-89,1-1-1,1 0 1,1-1-1,-4-27 1,-8-89-216,12 89 277,-44-330-31,-5-44 61,45 166-14,10 254-15,0 0-1,0 0 0,0 0 1,0 0-1,0 0 1,1 0-1,-1 0 1,1 0-1,-1 0 1,1 1-1,0-1 1,0 0-1,1-2 1,-1 3-147,-1 1 0,1-1 0,0 1 1,0-1-1,0 1 0,-1-1 1,1 1-1,0 0 0,0 0 0,0-1 1,0 1-1,0 0 0,0 0 0,0 0 1,0 0-1,0 0 0,-1 0 1,1 0-1,0 0 0,0 0 0,0 1 1,0-1-1,0 0 0,0 0 0,0 1 1,-1-1-1,1 1 0,1 0 1,15 12-6755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34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203 621 7075,'0'0'4987,"3"0"-4657,23-2-113,-1-2 0,-1 0-1,1-2 1,-1-1-1,37-15 1,-4 2-81,376-115 380,10 30-405,-421 101-116,685-149-1,-615 126-164,1 3 0,169-20 0,-218 38 635,0-2-1,67-21 0,-54 13 243,-29 12-496,-28 12-225,15 271 225,38 251 1376,-21-196-551,-16 149 222,-16-477-1257,0 11 3,0 1 0,-2 0 0,0-1 0,-1 1 0,0-1 0,-2 0 0,-9 25 0,12-40-33,0-1-1,0 1 1,0-1-1,0 1 1,-1-1-1,1 0 1,0 0 0,-1 0-1,1 0 1,-1 0-1,1 0 1,-1-1-1,1 1 1,-1-1 0,0 0-1,1 0 1,-4 0-1,1 1-51,-212 14-3556,108-10 4850,-201 36 0,66 17-939,-128 28-254,257-65-4,-149 8-1,71-21 169,-190 14-149,273-11-54,-159 38 1,211-33 42,33-9 127,-1 0 0,0-1 0,0-2 0,-34 2 0,60-6-127,-1 0 0,1 0 0,-1-1 0,0 1 0,1 0 0,-1-1 0,1 1 0,-1 0 0,0-1 0,1 1 0,-1-1 0,1 1 0,0-1 0,-1 1 0,1-1 0,-1 1 0,1-1 0,0 0 0,-1 1 0,1-1 0,0 1 0,0-1 0,0 0 0,-1 1 0,1-1 0,0 0 0,0 1 0,0-1 0,0-1 0,-1-26-28,1 22 35,8-471-239,-2 304 162,3-26-432,0-73-1578,-9 280 966,0-3-43,0 0-1,0 0 1,0 0 0,1 0 0,1 8 0,12 7-5956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36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473 312 7475,'0'0'6105,"0"1"-6028,0-1 0,0 0 0,1 0 0,-1 1 0,0-1 0,0 0 0,0 0 0,0 1 0,0-1 0,1 0 0,-1 0 0,0 0 0,0 1 0,0-1 0,1 0 0,-1 0 0,0 0 0,0 0 0,1 0 0,-1 0 0,0 1 0,0-1 0,1 0 0,-1 0 0,0 0 0,0 0 0,1 0 1,-1 0-1,0 0 0,0 0 0,1 0 0,-1 0 0,0 0 0,0 0 0,1 0 0,-1 0 0,0 0 0,1-1 0,-1 1 0,21-2 247,1 0 0,-1-2 0,-1 0 0,26-10 0,4 0-106,159-36-141,2 8-1,222-14 1,491-39-192,-825 81-183,166-4 1,-259 18 244,-1 0 1,0 0 0,0 1-1,1 0 1,-1 0-1,0 0 1,0 1-1,0-1 1,0 1-1,0 1 1,0-1-1,8 6 1,-10-6 38,-1 1 1,1-1-1,-1 1 0,1 0 1,-1-1-1,0 1 0,0 0 1,0 0-1,-1 1 0,1-1 1,-1 0-1,1 1 0,-1-1 1,0 0-1,-1 1 0,1-1 1,0 1-1,-1-1 0,0 7 1,-14 247 24,-1-17-22,34 267 256,24 354 1148,-43-849-1390,0 1 1,-1-1-1,-1 0 0,0 1 1,0-1-1,-1 0 0,-1 0 1,0-1-1,0 1 0,-10 16 1,9-21-8,0 0 1,0 0 0,-1-1-1,0 1 1,0-1-1,0-1 1,-1 1-1,0-1 1,0 0 0,0-1-1,0 0 1,-1 0-1,0 0 1,0-1-1,0 0 1,-11 2 0,-98 19-408,-158 11 0,-158-25-24,272-12 414,47 2 39,0 5 1,-163 27 0,62 19 78,-296 110 0,489-153 40,0 0 0,-1-1 0,0-1 0,-1-2 0,1 0 0,-1-1 0,1-2 0,-41-1 0,58-2-132,-1 0 1,1 0-1,0 0 1,0-1 0,0 0-1,0 0 1,0 0-1,1-1 1,-1 0-1,1 0 1,0 0-1,0-1 1,1 0-1,-1 0 1,1 0-1,0 0 1,0-1-1,1 0 1,-4-7-1,-6-13-35,1-1-1,-17-55 1,5-6 31,-23-162 1,13-99 61,25 247-47,-32-830 1142,41 914-1154,0 1 1,0 0-1,2-1 0,0 1 0,1 0 0,1 0 0,1 0 0,8-20 1,-1 20 97,-12 17-182,0 1 0,-1-1 0,1 0 0,0 0 0,0 0 0,0 1 0,0-1 0,0 0 0,0 0 0,0 1 0,0-1 0,0 0 0,0 0 0,0 1 0,0-1 0,0 0 0,0 0 0,0 1 0,0-1 0,0 0 1,0 0-1,0 0 0,1 1 0,-1-1 0,0 0 0,0 0 0,0 1 0,0-1 0,0 0 0,1 0 0,-1 0 0,0 0 0,0 1 0,0-1 0,1 0 0,-1 0 0,0 0 0,0 0 0,0 0 0,1 0 0,-1 0 0,0 0 0,0 1 0,1-1 0,-1 0 0,0 0 0,0 0 0,1 0 0,-1 0 0,0 0 0,0 0 0,0 0 0,1-1 0,-1 1 0,0 0 0,0 0 1,1 0-1,-1 0 0,0 0 0,0 0 0,0 0 0,1 0 0,-1-1 0,0 1 0,0 0 0,1 0 0,-1 18-6427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39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403 773 0,'0'0'11133,"26"-13"-10223,294-147 1192,-161 90-1672,3 6-1,2 8 1,3 8-1,296-48 1,65 4-251,-12-36-35,-481 118-143,-12 2-6,0 0 1,1 2-1,0 1 1,43-3-1,-67 8 5,1 0-1,-1 0 1,0 1-1,1-1 1,-1 0-1,0 0 1,0 1-1,1-1 0,-1 0 1,0 0-1,0 1 1,1-1-1,-1 0 1,0 1-1,0-1 1,0 0-1,1 1 1,-1-1-1,0 0 1,0 1-1,0-1 0,0 1 1,0-1-1,0 0 1,0 1-1,0-1 1,0 1-1,0-1 1,0 0-1,0 1 1,0-1-1,0 0 1,0 1-1,0-1 1,-1 1-1,1 3 7,-2 14 64,0 0-1,-2 0 1,0 0-1,-1-1 1,0 0-1,-15 30 1,-6 20-58,6 4 79,2 1 1,3 1-1,-9 138 1,20 229 422,6-248-431,12 643 1462,-13-830-1543,-2 0 0,1 0 0,0 0 0,-1 0 0,0-1 0,0 1 0,-1 0 0,1 0 0,-1 0 0,0-1 0,-1 1 0,1-1 0,-1 0 0,1 1 0,-1-1 0,-5 5 1,2-4-1,-1 1 1,1-2 0,-1 1 0,0-1 0,0 0 0,0 0 0,-1-1 0,1 0 0,-14 3 0,-11 2-31,0-1 1,0-2-1,-37 2 1,-103-5-182,119-2 114,-563-15-388,203 13 31,317 8 312,0 4 0,-119 29 0,126-15 150,-137 56 0,-76 57 102,281-128-105,-132 55-81,131-57 311,0-1 0,-1-1-1,0-1 1,0-1 0,-27 0 0,48-3-206,0 0 0,-1-1 0,1 1 1,0-1-1,0 0 0,0 1 0,0-1 0,0 0 1,0 0-1,1 0 0,-1-1 0,0 1 0,0 0 1,1-1-1,-1 1 0,1-1 0,-1 1 0,1-1 0,0 0 1,0 1-1,-1-1 0,1 0 0,0 0 0,1 0 1,-1 0-1,-1-3 0,-2-7-19,0-1 1,1 0-1,-2-14 0,4 22 1,-8-81 31,2-156 0,7 160-38,-4-147 51,10-437 256,14 466-91,-20 198-267,-2 22-5891,-8-6-3744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40.9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1 391 9380,'0'0'3989,"6"1"-3400,19 0 67,1 0 0,0-2 0,0-2 0,0 0 0,41-11-1,8 0-273,593-78 823,-95 14-1169,-109-19-35,-238 45 67,-150 37 98,0 3 1,1 4-1,0 3 1,100 7-1,-176-2-163,1 1-1,-1-1 0,0 0 0,0 1 1,0 0-1,0-1 0,0 1 0,0-1 1,0 1-1,0 0 0,-1 0 0,1-1 1,0 1-1,0 0 0,0 0 0,-1 0 1,1 0-1,-1 0 0,1 0 0,-1 0 1,1 0-1,-1 0 0,1 1 0,-1-1 1,0 0-1,0 0 0,1 0 0,-1 0 0,0 1 1,0-1-1,0 0 0,0 0 0,-1 0 1,1 2-1,-6 47 30,5-47-33,-12 79 28,-5 110 0,14 87-54,2-102-35,-51 720 25,41-721 213,17 294 0,-3-439-175,0-2-3,-1-1 0,-1 1 0,-1-1 0,-7 38 1,6-58 1,0-1 1,0 0 0,0 1-1,-1-1 1,0 0-1,-1 0 1,1 0 0,-1-1-1,-1 1 1,1-1 0,-1 0-1,0 0 1,-1-1 0,1 0-1,-1 0 1,0 0 0,0 0-1,-1-1 1,1 0 0,-15 6-1,0-2-26,-1-1 0,-1-1 0,1 0 0,-1-2 0,-36 2 0,-122-5-588,87-3 274,-254-7-866,-1-1 89,282 12 1026,1 3 1,-82 17 0,-129 42 247,-31 5 1312,275-64-1370,-1-1-1,-36-1 1,65-4-96,1 1-1,-1-1 1,1 0-1,-1 0 1,1 0 0,-1 0-1,1-1 1,0 0-1,0 0 1,0 0 0,0-1-1,0 1 1,0-1-1,1 0 1,-1 0-1,1 0 1,0 0 0,-4-5-1,-5-7-34,1-1 0,1 0 1,-9-19-1,9 16-26,-22-42-48,3-2-1,2-1 1,4-1-1,2 0 1,3-2-1,3 0 1,3-1 0,-4-96-1,12-549 1089,24 236 129,-7 199-909,-13 251-201,0 20-5,0 1 1,0-1 0,0 0 0,1 0 0,0 1 0,1-1 0,1-6 0,-3 13-4,0 0 1,0 0-1,0 0 1,0-1 0,1 1-1,-1 0 1,0 0-1,0 0 1,0-1 0,0 1-1,0 0 1,0 0-1,1 0 1,-1 0 0,0 0-1,0-1 1,0 1-1,0 0 1,1 0 0,-1 0-1,0 0 1,0 0-1,0 0 1,1 0 0,-1 0-1,0 0 1,0 0-1,0 0 1,1 0 0,-1 0-1,0 0 1,0 0-1,0 0 1,1 0 0,-1 0-1,0 0 1,0 0-1,0 0 1,1 0 0,-1 0-1,0 0 1,0 0-1,0 0 1,1 1-1,-1-1 1,0 0 0,0 0-1,0 0 1,0 0-1,0 0 1,1 1 0,-1-1-1,0 0 1,0 0-1,4 5-329,0 0 0,0 0 0,-1 1-1,0-1 1,0 1 0,0 0-1,-1-1 1,3 11 0,0-3-463,16 42-3417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53.6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408 558 10533,'0'0'7955,"12"-6"-6527,323-142-1152,16 27-218,-257 91-53,185-54-112,381-61 0,-617 135 117,-31 6-5,1 1 1,-1 1 0,27-2-1,-39 6-5,1 0 0,0 0 0,-1 0 0,1 1 0,-1-1 0,0 0 0,0 0 0,1 1 0,-2 2 0,1-2 0,10 159 0,47 255 0,-29-276 1,86 580 14,-107-230-1,-7-487-13,0 1 0,-1-1 0,1 1 0,-1-1 0,0 1 0,0-1 0,0 0 0,-1 1 0,1-1 0,-1 0 0,0 0 1,-1 0-1,1 0 0,0-1 0,-1 1 0,0 0 0,0-1 0,0 0 0,-1 0 0,1 0 0,0 0 0,-1 0 0,0-1 1,0 0-1,0 1 0,-4 0 0,-9 3-10,0-1 0,-1-1 0,1 0 0,-1-1 0,-23 0 0,-1 1-95,-106 13-654,-339 55 273,378-47 498,-241 44-46,283-59 51,0-4 1,-1-3-1,-86-6 1,120-2 46,0-1 0,0-1 0,0-2 0,1-2 0,1-1 0,0-1 0,-40-23 0,13 2 59,1-3-1,-90-77 1,130 98-115,0-1 1,1-1-1,0-1 1,2-1-1,1 0 1,0 0-1,1-2 1,1 0-1,1 0 1,-13-41-1,11 17 13,2 1-1,2-2 0,2 1 0,-1-84 0,11-212 42,3 257-30,4 1-1,21-84 1,-26 148-19,-1 0 4,2-1 0,14-35 1,-16 49-327,-1 12-3370,-3 12-1503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55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232 605 8196,'0'0'3017,"8"-1"-2160,51-15 471,0-2 1,89-41 0,-66 25-772,532-181 1368,-479 179-1754,1 5 0,232-20 0,-85 38-181,76-7-2,-281 11 31,-1-3 0,120-35 0,-153 31 21,-32 11-14,1 0 1,0 1 0,0 1 0,1 0-1,24-3 1,-36 6-25,-1 0-2,-1 0 0,0 0 0,0 0 0,0 0 0,1 0 0,-1 0 0,0 0 0,0 0 0,0 0 0,0 0 0,1 0 0,-1 0 0,0 0 0,0 0 0,0 0 0,0 0 0,1 1 0,-1-1 0,0 0 0,0 0 0,0 0 0,0 0 0,0 0 0,1 0 0,-1 1 0,0-1 0,0 0 0,0 0 1,0 0-1,0 0 0,0 0 0,0 1 0,0-1 0,0 0 0,0 0 0,0 0 0,0 1 0,1-1 0,-1 0 0,0 0 0,0 0 0,0 0 0,-1 1 0,1-1 0,0 0 0,0 0 0,0 0 0,0 1 0,0-1 0,0 0 0,0 0 0,0 0 0,0 0 0,0 0 0,0 1 0,-1-1 0,1 1 0,-15 174 45,-1-14-15,16 402-40,-1 13 22,-6-461-15,-5 0 0,-5-1-1,-41 144 1,56-248 3,-2 4 2,0 1-1,-1-1 1,0 0 0,-11 18-1,14-27 0,-1-1-1,0 0 1,-1 0-1,1-1 1,-1 1-1,1 0 0,-1-1 1,0 0-1,-1 0 1,1 0-1,0-1 1,-1 1-1,1-1 1,-1 0-1,0-1 0,-8 3 1,-122 20-293,13-4-59,-196 65 65,-9 2 328,247-71-39,-1-2 0,-95 2 0,-280-14 53,12-1-128,264 12 184,-45 1 278,217-14-354,0 0 1,0-1 0,0 1 0,1-1 0,-1-1-1,0 0 1,1 0 0,-1 0 0,1-1-1,0 0 1,0 0 0,0-1 0,0 0-1,0 0 1,1-1 0,0 0 0,0 0-1,0 0 1,1-1 0,-1 1 0,1-2 0,1 1-1,-1 0 1,1-1 0,0 0 0,1 0-1,-1 0 1,1 0 0,1-1 0,0 1-1,-3-13 1,-3-31 59,2-1-1,2 0 1,5-93-1,1 50-90,0-5-7,5 0 0,3 1-1,6 0 1,3 0 0,5 2-1,44-115 1,-64 207-6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49:56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398 591 8548,'0'0'1507,"20"-10"-1317,66-31 335,-58 28 261,1 2-1,1 1 1,39-8 0,-19 6-60,628-161 1378,-535 137-1949,517-155-149,-477 134-8,-153 51 2,0 1 1,1 1-1,-1 2 0,36 1 1,-63 1 16,1 0 0,-1 1 0,0-1-1,0 1 1,1 0 0,-1 0 0,0 0 0,0 0 0,0 0 0,0 1 0,0 0 0,0-1 0,0 1 0,-1 0 0,1 0 0,-1 0 0,1 1 0,-1-1 0,0 1 0,0-1-1,0 1 1,0 0 0,-1 0 0,1 0 0,-1 0 0,1 0 0,0 4 0,3 8 152,-2 1 0,0 0 0,0 0-1,0 25 1,1 5-135,55 291 521,5 25 212,-29 3-122,-14 337 344,-18-637-809,0-13 18,-7 99 1,3-147-196,0 0-1,0-1 1,-1 1 0,1 0 0,-1-1 0,0 1 0,0-1 0,0 0 0,0 0 0,-1 1-1,1-2 1,-1 1 0,0 0 0,0 0 0,0-1 0,-4 3 0,-8 5 11,-1 0 1,-19 8-1,29-15-13,-20 10-5,-205 96-238,177-87 157,-1-2 1,-80 17 0,-268 24 14,176-32 52,-254 54-463,10 39 405,385-93 84,-72 21 416,130-43-296,1-1 0,-2-2 0,-50 2 0,68-5-114,0-2 0,1 1 0,-1-1-1,1-1 1,0 0 0,-1-1 0,-17-6 0,22 6-10,0 0-1,1-1 1,-1 1 0,1-1-1,0-1 1,0 1 0,0-1 0,0 1-1,1-2 1,0 1 0,0 0-1,0-1 1,-5-11 0,0-3-4,1-1 1,0 0 0,2 0 0,0-1-1,2 0 1,-2-22 0,-4-138 15,10 163-11,2-485 59,45 2 779,-45 486-791,8-26 54,-10 41-125,7 14-891,4 27-3169,-10-32-3076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0:10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307 895 6979,'0'0'7054,"0"-1"-6692,0 0-1,0-1 1,0 1 0,0-1 0,0 1-1,1 0 1,-1-1 0,0 1-1,1 0 1,-1-1 0,1 1-1,-1 0 1,3-3 0,34-15-242,2 1 0,45-15 0,-5 3-101,283-112 55,-242 102-70,135-26 0,-87 33 60,-1 1-78,182-59-1,12-53 6,-122 43 18,-193 83-3,0 3-1,1 1 1,0 2 0,1 3 0,0 1-1,83-1 1,-59 6-2,0-3-1,95-20 1,-111 22-90,-55 35 76,-11 246 90,1 0 109,17 444 734,-7-609-845,-3 368 250,-7-375-321,-28 127 0,22-148-5,12-65 0,-2 1 0,0-1 0,-12 30 0,13-39-1,-1 0-1,-1-1 1,0 0 0,0 0 0,0 0 0,-1-1 0,0 0 0,-12 10 0,2-5-4,0-1 0,0 0 0,-2-1 0,1-1 0,-2-1 0,1-1 0,-1 0 0,0-2 0,-32 7 1,-17-1-16,-107 4 1,146-14 17,-173 5 5,-81 8 8,15 16 6,-335 21 10,-45-59 97,613 6-127,0-2 0,1-1 0,-1-2 1,1-2-1,0-1 0,-33-14 0,51 16 42,0 0 0,1-1 0,1-1 0,-1-1 0,2 0 0,-1-1 0,1-1 0,1 0 0,0-1 0,1 0 0,0-1 0,1 0 0,-18-31 0,7 1 123,3 0 1,1-2-1,2 0 1,-13-63-1,-18-195 223,21-174 1113,17 192-583,10 274-1857,8 14-2270,8 3 861,13-4-2982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0:11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1997 15463,'0'0'9351,"-13"7"-8460,-38 19-136,39-23 1138,9-6-1341,6-12-755,-2 11 424,10-22-153,1 1 0,2 0 1,0 1-1,17-23 0,-28 43-63,298-403 438,27 12 59,-222 271-371,-63 73-34,673-772 609,-700 804-695,-11 13 43,1 0-1,-1 0 1,1 1 0,0 0-1,9-6 1,-14 10 1163,-12 19-2519,-38 61-4475,-49 108 1,58-106 324,-17 27-4041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0:12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1925 8100,'0'0'7142,"-16"19"-4640,-10 13-1817,-56 65 3168,79-92-3787,-5 4 3928,14-21-1659,67-86-1845,-40 57-329,205-266 878,474-585 723,-613 777-1592,338-390 298,-411 476-494,-3 2-177,39-33 0,-60 59-2935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0:54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12086,'0'0'3809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0:56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8884,'0'0'6742,"-2"4"-6555,0 8-92,-1 1 0,1 1 0,1-1 0,1 0 0,0 18 0,12 70 172,38 326-113,-28-218-148,73 1014-9,-50 6 7,18 323 57,-51-1368-61,65 1327 0,35 1291 218,-107-2730-105,62 1036 670,-26-1-662,-14-339-3517,-18-643-590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0:59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1 519 9236,'0'0'2084,"15"3"-1577,257 46 1040,371 30-1242,7-46-66,-433-24-196,1709 17 1344,-341-96-1102,-1188 45-225,2810-139 12,1177-2 29,-643-9 910,-3335 153-995,2647-73 352,-2130 110-303,-473-5-386,-115-7-3144,-213-3-1191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0:5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11365,'0'0'7155,"134"21"-6866,-74-1-145,-6 17-128,-12 23-16,-28 24-32,-14 26-48,-41 20-257,-32 8-1055,-16-5-1457,-6-20-2562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0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173 285 11221,'0'0'6251,"-8"8"-6096,-10 13-167,2 1 0,0 1 1,1 0-1,-20 44 0,25-45-2,7-13 1,-1 0 0,0-1-1,-1 1 1,0-1 0,0 0 0,-1 0-1,-11 12 1,16-20 15,1 0 0,0 0 0,-1 0-1,1 0 1,0-1 0,0 1 0,-1 0 0,1 0 0,0 0 0,0-1 0,-1 1-1,1 0 1,0-1 0,0 1 0,0 0 0,0 0 0,-1-1 0,1 1 0,0 0-1,0-1 1,0 1 0,0 0 0,0-1 0,0 1 0,0 0 0,0-1 0,0 1-1,0 0 1,0-1 0,0 1 0,0 0 0,0-1 0,0 1 0,0-1-1,0-19-13,0 20 12,-1-33-58,2 1 0,1-1 0,2 1 0,9-41 0,1 21 68,2 1 1,1 1 0,37-71-1,-53 118 31,1 0 0,-1 0 0,1 0 0,0 0 0,0 1 0,0-1 0,0 1 0,0-1 0,1 1 0,-1 0 0,1-1 0,0 1 0,-1 1 0,1-1 0,6-3 0,-8 5-22,0 0 1,0 0-1,1 0 1,-1 0-1,0 0 1,0 0-1,0 0 1,1 0-1,-1 1 1,0-1-1,0 0 1,0 1-1,0-1 1,0 1-1,0-1 1,1 1-1,0 1 1,1 0-14,0 0 0,-1 1 0,1 0 0,-1 0-1,1-1 1,-1 1 0,3 6 0,74 139 762,51 84-754,-52-124-2621,3-9-4799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2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7908,'0'0'12643,"0"4"-12195,-3 58-341,-4-1-1,-14 66 1,8-53-88,-1 8-509,-3 0 1,-4-1-1,-60 151 1,77-223 240,3-5-26,-1 0 0,1 0 0,-1-1 1,0 1-1,0 0 0,0-1 0,-1 0 1,1 1-1,-1-1 0,0 0 1,0 0-1,0 0 0,-6 4 0,-10-4-4492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2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15159,'0'0'2337,"149"86"-1585,-87-34-656,4 11-96,-8 1-32,-8-10-2369,-15-13-5314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2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86 15479,'0'0'2345,"11"7"-2299,39 20-12,-48-26-18,-1 0-1,0 0 1,1-1 0,-1 1-1,1-1 1,-1 0 0,1 1-1,-1-1 1,1 0-1,-1 0 1,1 0 0,-1 0-1,1 0 1,-1 0-1,1 0 1,-1-1 0,1 1-1,-1 0 1,1-1 0,-1 1-1,1-1 1,-1 0-1,0 1 1,1-1 0,-1 0-1,0 0 1,0 0-1,1 0 1,-1 0 0,0 0-1,0 0 1,0 0 0,0-1-1,-1 1 1,1 0-1,0-1 1,0 1 0,-1 0-1,1-1 1,0-2-1,1-2 53,1-1-1,-2 0 1,1 0-1,-1 0 1,0 0-1,0-9 1,-1 14-60,0 0 0,-1 0 0,1 0 0,-1 1 0,1-1 0,-1 0 0,1 0 0,-1 1 0,0-1 0,0 1 0,0-1 0,0 0 0,0 1 0,0 0 0,0-1 0,0 1 0,-1 0 0,1-1 0,0 1 0,-1 0 0,1 0 0,-1 0 0,1 0 0,-1 0 0,0 1 0,1-1 0,-1 0 0,0 1 0,0-1 0,0 1 0,1 0 0,-1 0 0,0-1 0,0 1 0,0 0 0,-2 1 0,-2-1 0,0 0 0,-1 0-1,1 1 1,0 0 0,-1 0-1,1 1 1,0-1 0,0 1 0,-10 5-1,7-1 0,1 1 0,0-1 0,0 1 0,1 0 0,-1 1 0,2 0 0,-1 0 0,1 1 0,1-1 0,-1 1 0,1 0 0,1 1 0,0-1 0,-4 15 0,2-4 27,0 0 0,2 0 1,0 1-1,1 0 0,2-1 0,0 29 0,1-46-36,1 1 0,-1 0 0,1 0-1,0 0 1,0-1 0,0 1 0,1 0 0,-1-1-1,1 1 1,0-1 0,0 0 0,0 1-1,1-1 1,-1 0 0,1 0 0,-1-1 0,1 1-1,0 0 1,0-1 0,0 0 0,0 0-1,1 0 1,-1 0 0,1 0 0,-1-1 0,1 1-1,-1-1 1,1 0 0,7 1 0,2 1-64,-1-2 0,1 1 0,0-2 0,0 1 0,0-2-1,0 0 1,24-5 0,-24 2-86,-1 0 0,1-1 0,-1 0-1,-1 0 1,1-2 0,-1 1-1,0-2 1,11-9 0,-6 4-1142,-1-1 0,17-20-1,8-18-5612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4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11301,'0'0'6499,"158"-15"-5714,-84 4-209,11 0 0,4 1-160,-2 5-256,-6 3-128,-11 0-32,-10 2-144,-12-2-672,-17-5-1377,-14-14-1969,-17-7-7107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5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17896,'0'0'1393,"140"21"-1361,-84 5-32,-4 7 0,-8 7 0,-15 6 0,-15 12-16,-14 7-16,-10 8-80,-34 3-320,-16-5-1041,-10-11-3569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6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296 203 8516,'0'0'6155,"-15"-16"-5694,-104-125 689,115 137-1101,0 0 1,0 0-1,0 0 1,-1 0-1,1 1 0,-1 0 1,0 0-1,0 0 0,0 1 1,0-1-1,-1 1 1,1 0-1,-8-1 0,11 3-34,-1-1 0,0 1-1,1 0 1,-1 0-1,1 0 1,-1 0 0,0 0-1,1 1 1,-1-1 0,1 1-1,-1 0 1,1 0-1,-1 0 1,1 0 0,-1 0-1,1 0 1,0 0 0,0 1-1,0 0 1,0-1-1,0 1 1,0 0 0,0 0-1,0 0 1,1 0 0,-1 0-1,1 0 1,-1 0-1,1 1 1,-1 2 0,-3 8 17,1 0 1,1 0-1,0 0 0,1 1 1,1-1-1,0 1 1,1 0-1,2 22 1,-2-34-29,0 0-3,0 1 0,1-1 0,-1 1 1,1-1-1,-1 1 0,1-1 0,0 1 0,0-1 1,0 0-1,0 1 0,1-1 0,-1 0 0,1 0 1,-1 0-1,1 0 0,0 0 0,0 0 0,0-1 1,0 1-1,0 0 0,0-1 0,0 0 0,0 1 1,1-1-1,-1 0 0,0 0 0,4 1 0,-2-1-9,0 0-1,0-1 1,0 1-1,0-1 1,0 1-1,0-1 1,0-1-1,0 1 1,0 0-1,0-1 1,0 0-1,0 0 0,0 0 1,0 0-1,-1-1 1,1 1-1,7-5 1,-2-2-22,0-1 1,-1 1-1,0-2 1,0 1-1,-1-1 1,0 0-1,0-1 1,-1 1-1,-1-1 0,0 0 1,0-1-1,-1 1 1,-1-1-1,4-22 1,-7 49 276,-1 0 1,2 0-1,0 0 1,6 23-1,17 77 574,-22-106-921,4 17-2421,-2-13-2327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6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157 387 14054,'0'0'4266,"2"-24"-3967,18-146-456,-18 37-451,-2 131 598,0-1 0,0 1 0,-1-1 0,1 1 0,-1-1 0,1 1 1,-1-1-1,0 1 0,0 0 0,0-1 0,0 1 0,0 0 1,0 0-1,-1 0 0,1 0 0,-1 0 0,0 0 0,1 0 1,-1 1-1,0-1 0,0 1 0,0-1 0,-4-1 0,2 1 14,1 1 0,-1 0-1,1 0 1,-1 0 0,0 0-1,1 1 1,-1 0 0,0-1 0,1 1-1,-1 1 1,0-1 0,1 0-1,-1 1 1,0 0 0,1 0-1,-5 1 1,3 1-1,0-1 0,0 1-1,1 0 1,-1 0 0,1 0-1,0 1 1,0 0 0,0-1 0,0 2-1,1-1 1,-1 0 0,1 1-1,0-1 1,0 1 0,1 0 0,-4 10-1,3-8 5,0 1 0,0 0-1,1 0 1,1 0 0,-1 1 0,1-1-1,1 0 1,-1 1 0,2-1-1,1 15 1,-1-21-5,0-1 0,0 1 0,0 0 0,0 0 0,0-1 0,1 1 0,-1-1 0,1 1 0,-1-1 0,1 0 0,0 1 0,-1-1-1,1 0 1,0 0 0,0 0 0,0 0 0,0-1 0,0 1 0,0 0 0,0-1 0,0 1 0,0-1 0,0 0 0,0 0 0,0 0 0,0 0 0,3 0 0,5 0 11,1 0 1,-1-1 0,0 0-1,16-3 1,-14 0-23,1-1 1,-1 0-1,0-1 1,17-11-1,-21 11-9,1 1 0,1 0-1,-1 0 1,1 0-1,-1 2 1,1-1-1,1 1 1,-1 0 0,13-1-1,-21 4 17,0 0 0,0 0 0,0 0 0,0 1 0,0-1 0,0 1 0,0-1 0,0 1 0,0-1 0,0 1 0,0 0 0,-1 0 0,1 0 0,0 0 0,-1 0-1,1 1 1,0-1 0,-1 0 0,0 1 0,1-1 0,-1 1 0,0-1 0,0 1 0,0 0 0,0-1 0,0 1 0,0 0 0,0 0 0,0 0 0,0 2 0,2 7 50,-1 0 1,0 0 0,-1 1-1,0 14 1,0-17 14,0 203 1071,-1-122-718,4-73-332,-4-17-84,1 0 0,-1 1 1,1-1-1,-1 0 1,0 0-1,1 1 0,-1-1 1,1 0-1,-1 0 0,0 0 1,1 0-1,-1 0 0,1 0 1,-1 0-1,1 0 0,-1 0 1,1 0-1,-1 0 0,0 0 1,1 0-1,-1 0 0,1 0 1,-1 0-1,1-1 0,3 0-6,-1-1-1,1 0 1,-1-1-1,0 1 1,1-1-1,-1 1 1,4-6-1,14-15-135,-1-1 1,-2-1-1,18-31 0,43-89-2974,-76 140 2928,60-123-6138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3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16616,'0'0'6290,"135"-8"-6049,-56-8-225,1-9-16,1-6-817,-12-5-4769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13798,'0'0'1345,"29"138"-1393,-6-52 112,2 17-16,6 10 48,-2 12 112,0 0 80,-2-6 32,-6-18-240,-7-28-80,-3-25 32,-5-25-32,-6-36-2433,0-38-2241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8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1 157 17832,'0'0'3154,"53"-112"-3138,-5 82-32,6 15-112,0 15-177,-4 2-143,-11 37 0,-16 15-288,-13 17 271,-10 8 369,0-5-288,-21-7-176,-8-18-1953,0-23-3730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8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210 541 14102,'0'0'4016,"0"-20"-3288,0 14-701,-1-92 115,-13-103 1,14 201-143,-3-23 9,-1 0 0,-1 0 0,-1 0 0,-11-24 0,15 42 10,1 1 0,-2-1 0,1 1 0,0 0 1,-1-1-1,0 1 0,0 0 0,0 1 0,-1-1 0,1 1 0,-1-1 0,0 1 0,0 0 0,0 0 1,0 1-1,0-1 0,-1 1 0,1 0 0,-1 0 0,1 0 0,-1 1 0,0 0 0,0 0 1,0 0-1,-9 0 0,12 1-4,0 0 0,0 0 0,0 0 1,0 1-1,0-1 0,0 1 0,0 0 1,0-1-1,0 1 0,0 0 0,0 0 0,0 0 1,1 0-1,-1 1 0,1-1 0,-1 0 1,1 1-1,-1-1 0,1 1 0,-1-1 0,1 1 1,0 0-1,0 0 0,0-1 0,0 1 1,0 0-1,1 0 0,-2 3 0,0 4-2,0 0 0,0-1-1,1 1 1,0 0 0,1 13-1,0-20-14,0 1 0,1 0 0,-1-1 0,1 1 0,0-1-1,0 1 1,0-1 0,0 1 0,0-1 0,1 0 0,-1 0 0,1 0 0,-1 1-1,1-1 1,0-1 0,0 1 0,0 0 0,0 0 0,0-1 0,0 1 0,0-1-1,0 0 1,1 1 0,3 0 0,9 4-30,0 0 1,0-2 0,17 4-1,-12-3 0,-8-2 19,0 0-1,0 1 0,-1 1 1,1 0-1,-1 1 0,0 0 1,-1 0-1,1 1 0,-1 1 1,-1 0-1,1 0 0,-1 1 1,-1 0-1,0 0 0,0 1 1,0 0-1,-2 1 0,1 0 0,-1 0 1,-1 0-1,0 0 0,6 20 1,19 106 37,-30-137-23,0 0 0,0 0 0,0 1 0,0-1 0,0 0 0,0 0 0,1 1 0,-1-1 0,0 0 0,0 0 0,0 1 0,0-1 0,0 0 0,1 0-1,-1 0 1,0 1 0,0-1 0,0 0 0,1 0 0,-1 0 0,0 0 0,0 0 0,1 1 0,-1-1 0,0 0 0,0 0 0,1 0 0,-1 0 0,0 0 0,0 0 0,1 0 0,-1 0 0,0 0 0,0 0 0,1 0 0,-1 0 0,0 0 0,0 0 0,1 0 0,-1 0 0,0 0 0,0 0 0,1 0 0,-1-1 0,0 1 0,0 0 0,1 0 0,-1 0 0,0 0 0,0 0 0,0-1 0,1 1 0,-1 0 0,0 0 0,0 0 0,0-1 0,0 1 0,1 0 0,-1 0 0,0-1 0,0 1 0,0-1 0,11-17 3,4-23-1332,-1 0-1,10-55 1,-9 19-4977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9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15511,'0'0'4357,"-2"4"-4237,1-3-123,0 0 1,1 0-1,-1 0 1,1 0-1,0 0 1,-1 0-1,1 0 1,0 0-1,-1 0 1,1 0-1,0 0 1,0 0-1,0 0 1,0 0-1,0 1 1,0-1-1,0 0 1,1 0-1,-1 0 1,0 0-1,0 0 0,1 0 1,-1 0-1,1 0 1,-1 0-1,1 0 1,-1 0-1,1-1 1,1 3-1,1-1-19,0 0 0,0 0 0,0 0-1,0 0 1,0 0 0,0-1 0,1 1-1,-1-1 1,1 0 0,3 1 0,-4-1-154,-1-1 1,1 1 0,0-1 0,0 0-1,0 0 1,-1 0 0,1 0-1,0 0 1,0 0 0,-1-1-1,6-1 1,-7 2 182,0-1-1,-1 1 1,1-1-1,0 1 1,-1-1-1,1 1 1,0-1 0,-1 1-1,1-1 1,-1 1-1,1-1 1,-1 0-1,1 1 1,-1-1-1,1 0 1,-1 0-1,0 1 1,1-1 0,-1 0-1,0 0 1,0 0-1,1 1 1,-1-1-1,0 0 1,0 0-1,0 0 1,0 1-1,0-1 1,0 0-1,0 0 1,-1 0 0,1 0-1,0 1 1,0-1-1,-1 0 1,1 0-1,0 1 1,-1-1-1,1 0 1,-1 0-1,1 1 1,-2-2-1,1 1 68,0-1-1,0 1 0,-1 0 0,1-1 0,0 1 0,-1 0 0,1 0 0,-1 0 0,1 1 1,-1-1-1,0 0 0,1 0 0,-1 1 0,0-1 0,0 1 0,1 0 0,-1-1 0,-2 1 1,-36-2-477,32 3-277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9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241 692 12934,'0'0'3452,"-6"-21"-2993,1 3-423,-30-138 53,34 146-83,-11-66 637,-27-99 1,32 153-328,0 0 1,-1 1-1,-2 0 1,0 1 0,-1-1-1,-1 2 1,-1 0-1,0 0 1,-18-17-1,28 33-181,-13-9 1038,15 12-808,1 5-290,1 8-81,1 0 0,1 0 0,1 0 1,-1 0-1,2 0 0,0-1 0,11 20 0,2 7 10,120 360-28,-34 11-657,-43-163 44,-51-208 565,23 58 0,-32-94 68,1 1 1,-1-1-1,1 0 0,0 0 0,0 0 0,0 0 0,0 0 0,1-1 1,-1 1-1,1-1 0,0 1 0,4 2 0,-6-5 0,0 1-1,0-1 1,1 1-1,-1-1 1,0 0-1,1 1 0,-1-1 1,0 0-1,1 0 1,-1 0-1,0 0 1,1 0-1,-1 0 1,0-1-1,1 1 1,-1 0-1,0-1 1,1 1-1,-1-1 0,0 1 1,0-1-1,0 1 1,0-1-1,1 0 1,-1 0-1,0 0 1,0 0-1,0 1 1,0-1-1,-1 0 1,1-1-1,0 1 0,0 0 1,-1 0-1,2-2 1,5-9-107,0-1 1,-1 1-1,-1-1 0,0 0 1,-1-1-1,0 1 0,-1-1 1,2-23-1,2-117-1191,-7 152 1287,0-8-125,-1 0 0,0 0 1,0 0-1,-1 1 0,0-1 0,-1 0 1,0 1-1,-1 0 0,0-1 0,0 1 1,-8-11-1,4 8 75,-1 0 1,0 1-1,-1 1 1,-1 0-1,1 0 1,-2 0-1,-13-8 1,8 6 206,0 2 1,-1 0 0,0 1 0,0 0-1,-1 2 1,0 0 0,0 1 0,-1 1-1,-37-5 1,57 10-129,-1 0-1,1 0 1,0 0-1,-1 0 1,1 0 0,-1 0-1,1 0 1,-1 0-1,1-1 1,0 1-1,-1 0 1,1 0 0,-1 0-1,1-1 1,0 1-1,-1 0 1,1 0-1,0-1 1,-1 1 0,1 0-1,0-1 1,-1 1-1,1 0 1,0-1-1,0 1 1,0-1 0,-1 1-1,1 0 1,0-1-1,0 1 1,0-1-1,0 1 1,0 0 0,0-1-1,-1 1 1,1-1-1,0 1 1,0-1-1,1 1 1,-1-1 0,0 1-1,0 0 1,0-1-1,0 1 1,0-1-1,0 1 1,0 0 0,1-1-1,-1 1 1,0-1-1,0 1 1,1 0-1,-1-1 1,1 1 0,16-24-371,-14 20 285,16-17-1983,20-30 1,-10 4-4842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0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10501,'0'0'6931,"39"132"-6851,-14-78 48,-6-4-96,-7-7-16,0-11 48,-1-8 0,-5-13-48,-4-3-32,-2-36-5346,0-13-3810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0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58 16279,'0'0'5027,"-2"-23"-6484,2 9-3681,0-7-7460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0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13942,'0'0'5766,"10"26"-5708,131 393-55,-52-80 24,-82-320-341,-5-36-3014,-2-18-1685</inkml:trace>
  <inkml:trace contextRef="#ctx0" brushRef="#br0" timeOffset="1">66 438 5138,'0'0'13479,"106"-72"-13063,-71 40-384,-4 6-32,-10 7-2577,-11 12-5187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1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96 8820,'0'0'11837,"-1"0"-11815,1 0 0,0 0 0,0 0 0,-1 0 0,1 0 0,0 1 0,-1-1 0,1 0-1,0 0 1,-1 0 0,1 0 0,0 0 0,0 1 0,-1-1 0,1 0 0,0 0 0,0 1-1,0-1 1,-1 0 0,1 0 0,0 1 0,0-1 0,0 0 0,0 0 0,-1 1 0,1-1-1,0 0 1,0 1 0,0-1 0,0 0 0,0 1 0,0-1 0,0 0 0,0 1 0,0-1-1,0 0 1,0 1 0,0-1 0,0 0 0,0 0 0,0 1 0,1-1 0,-1 1 0,1 8-25,1 1 0,1-1 0,-1 1 0,1-1 0,1 0 0,0 0 1,0 0-1,7 9 0,-9-14 3,0 0-1,0 0 1,1-1 0,-1 1-1,1-1 1,0 1 0,0-1-1,1 0 1,-1 0 0,1 0 0,-1-1-1,1 1 1,0-1 0,0 0-1,0 0 1,0 0 0,0 0-1,1-1 1,-1 0 0,6 1 0,-9-2-1,1 0 0,-1 0 1,0 0-1,0 0 1,1-1-1,-1 1 1,0 0-1,0-1 1,0 1-1,0-1 1,1 0-1,-1 1 0,0-1 1,0 0-1,0 0 1,0 1-1,0-1 1,-1 0-1,1 0 1,0 0-1,0 0 1,0 0-1,-1 0 1,1 0-1,-1-1 0,1 1 1,-1 0-1,1 0 1,-1 0-1,0-1 1,1-1-1,0-5 16,0 0 1,0 0-1,-1-16 0,-1 12 11,1 3 26,0 0-1,-1 0 1,0 0 0,-1 0-1,1 1 1,-2-1 0,0 0-1,0 1 1,0 0 0,-1 0-1,-6-11 1,7 15-37,0 0-1,-1 0 1,1 0-1,-1 0 1,0 0-1,0 1 1,0 0 0,0 0-1,0 0 1,-1 0-1,0 0 1,1 1-1,-1 0 1,0 0-1,0 1 1,0-1-1,0 1 1,0 0 0,-1 0-1,-7 0 1,11 1-119,0 0 0,0 0 1,0 0-1,0 0 1,0 0-1,0 1 0,0-1 1,0 0-1,0 1 1,0 0-1,-3 1 0,-15 21-3628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1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12358,'0'0'7427,"-17"71"-7395,17-2 0,4 19-16,15 14-16,0 10-16,-1 5 16,-3-7-16,-7-11-80,-6-13-336,-2-13-801,0-16-1248,-6-17-2401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2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7139,'0'0'7510,"0"25"-5957,0 5-1545,1 15-16,-7 59 0,6-102 8,-13 87-229,11-80 99,0 1 0,-1-1 0,0 0 0,0 0-1,-1 0 1,-1-1 0,-5 10 0,10-17 127,-1 0-1,1 0 0,-1 0 1,1 0-1,-1 0 0,0-1 1,1 1-1,-1 0 1,0 0-1,1-1 0,-1 1 1,0 0-1,0-1 1,0 1-1,1-1 0,-1 1 1,0-1-1,0 1 1,0-1-1,0 0 0,0 0 1,0 1-1,0-1 0,0 0 1,0 0-1,0 0 1,0 0-1,0 0 0,0 0 1,0 0-1,0 0 1,0-1-1,0 1 0,0 0 1,0-1-1,-1 0 0,0 0 27,1 0-1,-1-1 0,1 1 0,-1-1 0,1 0 1,0 1-1,0-1 0,0 0 0,0 0 0,0 0 1,0 1-1,0-1 0,1 0 0,-1 0 0,0-4 1,-2-10 52,2 0 1,0 0 0,0 0-1,1 0 1,1 0-1,1 0 1,1 0 0,4-19-1,-5 30-4,-1-1-1,1 0 1,0 1-1,1-1 1,-1 1-1,1 0 1,0 0-1,0 0 1,1 0-1,0 1 1,0-1-1,0 1 1,0 0-1,0 0 1,1 0-1,0 1 0,-1 0 1,1 0-1,1 0 1,-1 0-1,0 1 1,1 0-1,-1 0 1,1 0-1,10-1 1,-7 2 66,1 1 1,-1 0-1,1 0 1,-1 1-1,0 1 1,1-1-1,-1 1 1,0 1-1,0 0 1,0 0-1,-1 1 1,1 0 0,-1 0-1,0 1 1,14 10-1,6 8 43,-2 1 0,45 52 0,-9-10-2830,-39-46-6775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4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0 193 1953,'0'0'17365,"9"-20"-17117,67-147 91,-76 167-334,0 0-1,0 0 0,0-1 1,0 1-1,0 0 0,0 0 1,1-1-1,-1 1 1,0 0-1,0 0 0,0-1 1,0 1-1,0 0 1,1 0-1,-1 0 0,0-1 1,0 1-1,0 0 1,1 0-1,-1 0 0,0-1 1,0 1-1,0 0 0,1 0 1,-1 0-1,0 0 1,0 0-1,1 0 0,-1 0 1,0 0-1,0 0 1,1 0-1,-1 0 0,0 0 1,0 0-1,1 0 1,-1 0-1,6 10 68,-1 27-44,-5-31-15,11 98 62,-6-37-73,3-2 1,32 126 0,-39-188-383,1 2 758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4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18777,'0'0'4578,"149"-32"-4450,-93 4-128,-8 2-544,-13 7-5059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5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12038,'0'0'11301,"73"-13"-10933,-26 0-288,7 1-80,-2 3-1041,-11 7-3265,-10 2-9508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6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5 230 11269,'0'0'9535,"-1"-6"-8214,0-1-1201,0-1-1,0 0 1,1 0 0,0 0 0,0 1 0,1-1 0,0 0 0,0 0-1,1 1 1,0-1 0,0 1 0,5-11 0,-1 10-150,-1-1-1,1 1 1,0 1 0,1-1-1,0 1 1,0 0 0,1 1-1,0-1 1,0 2 0,0-1-1,1 1 1,-1 0 0,1 1-1,0 0 1,1 0 0,-1 1-1,1 0 1,-1 1 0,1 0-1,0 1 1,19-1 0,-27 2 4,0 1 0,0-1 0,0 0 0,0 1 0,0 0-1,0-1 1,0 1 0,0 0 0,0 0 0,0 0 0,-1 0 0,1 1 0,0-1 0,-1 0 0,1 1 0,-1-1 0,1 1 0,-1-1 0,0 1-1,0 0 1,1-1 0,-1 1 0,-1 0 0,1 0 0,0 0 0,0 0 0,-1 0 0,1 0 0,-1 0 0,1 0 0,-1 3 0,2 10-81,0 0 1,-1 1 0,-1 18 0,0-20 71,-1 10 175,-1 0 1,-1 0-1,-1 0 0,-1 0 1,-1-1-1,-1 0 0,-1 0 1,-1-1-1,-1 0 0,-1-1 1,-1 0-1,-1 0 0,0-1 1,-22 23-1,32-39 119,-1 1 1011,12-4-478,2-1-1064,42-3 476,1-2 1,-2-2-1,1-3 0,69-22 1,-106 28-185,0-2 0,0 0 1,18-10-1,-27 12-234,0 0-1,0 0 1,0 0 0,-1-1-1,0 1 1,0-1-1,0-1 1,-1 1 0,7-11-1,3-19-4707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61 132 15351,'0'0'4613,"0"19"-4509,0 353 960,0-373-1063,0 1-1,0 0 0,0 0 1,0 0-1,0 0 0,0-1 1,-1 1-1,1 0 0,0 0 1,0 0-1,0 0 0,0 0 1,-1 0-1,1 0 0,0 0 1,0-1-1,0 1 0,0 0 1,-1 0-1,1 0 1,0 0-1,0 0 0,0 0 1,-1 0-1,1 0 0,0 0 1,0 0-1,0 0 0,-1 0 1,1 0-1,0 0 0,0 1 1,0-1-1,0 0 0,-1 0 1,1 0-1,0 0 0,0 0 1,0 0-1,0 0 0,-1 0 1,1 1-1,0-1 0,0 0 1,0 0-1,0 0 0,0 0 1,0 1-1,0-1 0,-1 0 1,1 0-1,0 0 0,0 0 1,0 1-1,0-1 0,-11-19-37,1-14-53,2 0 0,1-1-1,1 0 1,0-35 0,2-142 434,4 145 158,0 65-467,0 0 0,0 0 0,0 0 0,0 1 0,-1-1 0,1 0 0,0 0 0,1 0 0,-1 1 0,0-1 0,0 0 0,0 0 0,0 0 0,1 1 0,-1-1 0,0 0 0,1 0 0,-1 1 0,0-1 0,1 0 0,-1 1 0,1-1 0,-1 1 0,1-1 0,0 0 0,-1 1 0,1-1 0,-1 1 0,1-1 0,0 1 0,0 0 0,-1-1 0,1 1 0,0 0 0,0-1 0,-1 1 0,1 0 0,1 0 0,1 0-12,-1 1 0,1-1-1,-1 1 1,1 0 0,-1 0-1,0 0 1,1 0 0,-1 1 0,0-1-1,0 0 1,0 1 0,0 0-1,2 1 1,14 15 81,0 1 0,-2 1-1,18 25 1,41 75 252,-38-60-321,122 198-2642,-140-232-944,-6-14-3420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8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15799,'0'0'4370,"6"118"-4338,21-36 224,-2 13 0,0 13-15,-7 5-113,-3 5-80,-7-10-16,-2-19-32,1-25-32,3-29-705,9-29-1584,5-10-4738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11 16327,'0'0'5144,"-6"1"-4986,4 0-157,1-1 0,-1 1 0,1 0 0,-1 0 1,1-1-1,0 1 0,-1 0 0,1 0 0,0 0 0,0 0 1,0 0-1,0 1 0,0-1 0,0 0 0,0 0 1,0 1-1,0-1 0,0 1 0,1-1 0,-1 1 1,0-1-1,1 2 0,-2 3 1,1 0 1,0 0-1,0 0 1,1 0-1,0 0 1,0 8 0,3 11 3,1 0 0,9 30 1,-12-52-6,3 14-1,1-1 0,14 31-1,-18-44 0,0 0-1,1 0 1,-1 0-1,1-1 0,0 1 1,-1-1-1,1 1 1,0-1-1,1 0 0,-1 1 1,0-1-1,1 0 1,-1-1-1,1 1 1,-1 0-1,1-1 0,0 1 1,0-1-1,0 0 1,0 0-1,0 0 0,0 0 1,5 0-1,-6-1 2,0-1 0,0 1 0,0-1-1,0 0 1,0 0 0,0 1 0,0-1-1,0-1 1,0 1 0,0 0 0,-1 0 0,1-1-1,0 1 1,-1-1 0,1 1 0,-1-1-1,0 0 1,1 1 0,-1-1 0,0 0 0,0 0-1,0 0 1,0 0 0,0 0 0,-1 0-1,1 0 1,0-5 0,2-5 6,0-1-1,-1 0 1,0-19-1,-1 16 12,-1 0-1,-1 1 0,0-1 1,-1 1-1,-1-1 1,-5-18-1,7 30-17,-1-1 0,0 1 1,1-1-1,-1 1 0,-1 0 0,1 0 1,-1 0-1,0 0 0,0 0 0,0 0 1,0 1-1,0-1 0,-1 1 1,0 0-1,1 0 0,-1 1 0,0-1 1,-1 1-1,1 0 0,0 0 0,-1 0 1,1 0-1,-1 1 0,-8-2 0,11 3-81,-1-1-1,1 1 0,0 0 1,0 0-1,-1 0 1,1 1-1,0-1 0,0 0 1,-1 1-1,1-1 1,0 1-1,0 0 0,0 0 1,0 0-1,0 0 1,0 0-1,0 0 0,-2 2 1,2 0-433,-1-1 1,1 1 0,0-1-1,0 1 1,1 0-1,-1 0 1,0 0 0,1 0-1,0 0 1,-1 0-1,0 5 1,-4 32-9477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9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99 602 18905,'0'0'2193,"-7"-17"-1772,2 6-397,0 0-21,0 1-1,1-1 0,1 0 1,0 0-1,0 0 1,1-1-1,1 1 0,0 0 1,0-23-1,9-13-353,24-89 0,-20 99 237,-3 0 0,-1 0 0,-2 0 0,2-48 0,-8 84 144,0 0 1,1 0 0,-1 0 0,0 0 0,-1 1-1,1-1 1,0 0 0,0 0 0,0 0 0,0 0-1,-1 0 1,1 0 0,0 0 0,-1 0-1,1 1 1,-1-1 0,1 0 0,-1 0 0,1 1-1,-1-1 1,0 0 0,1 0 0,-1 1 0,0-1-1,0 1 1,1-1 0,-1 1 0,-1-1 0,0 0 14,0 1 1,0 0 0,0 0 0,1 0 0,-1 0 0,0 0-1,0 0 1,0 0 0,0 1 0,0-1 0,1 1 0,-1-1-1,-2 2 1,-2 0 19,0 1-1,0 0 1,1 0 0,-1 1-1,1 0 1,0 0 0,-8 7-1,7-3-39,0 1 1,0-1-1,1 2 0,1-1 0,-1 0 0,-4 16 0,7-19-24,0 0 1,1 0-1,0 0 0,0 0 0,0 1 1,1-1-1,0 0 0,0 1 0,1-1 1,-1 0-1,1 0 0,2 7 0,-1-10-3,-1 0 0,1 0 0,-1-1 0,1 1 0,0-1 0,0 1 0,0-1 0,0 1 0,1-1 0,-1 0 0,1 0 0,-1 0 0,1-1 0,0 1 0,0-1 0,-1 1 0,4 0 0,57 17-127,-46-15 60,-3-1-12,-1 0-11,0 0 0,-1 1 0,1 1 0,17 8-1,-27-11 84,1 0-1,-1 1 1,0-1 0,1 1-1,-1 0 1,0 0-1,-1 0 1,1 0 0,-1 0-1,1 1 1,-1-1-1,0 1 1,0 0-1,0-1 1,-1 1 0,1 0-1,-1 0 1,1 7-1,2 17 114,-2 1-1,-1 0 1,-2-1-1,0 1 0,-9 43 1,1 5 865,9-76-951,-1-1 0,1 1 0,0 0 0,0 0 0,0 0 0,0 0 0,0 0 0,0-1 0,0 1 0,0 0 0,1 0 0,-1 0 0,0 0 0,0 0 0,1-1 0,-1 1 0,1 0 0,-1 0 0,0-1 0,1 1 0,1 1 0,-2-2-12,1 1-1,0-1 1,-1 0 0,1 0-1,0 0 1,-1 0-1,1 0 1,0 0-1,0 0 1,-1 0-1,1 0 1,0 0-1,-1 0 1,1 0 0,0 0-1,-1 0 1,1-1-1,0 1 1,-1 0-1,2-1 1,33-24 10,-10 1-537,0-1 0,39-52 0,-2-20-7430,-33 40-5036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9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19305,'0'0'1008,"4"147"-976,9-57-16,-3 9 16,-4-1-32,1-8-16,-3-19-1104,0-23-1521,-2-24-2018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19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1 294 13638,'0'0'4741,"25"-9"-4744,83-32-325,-97 36 3,0 0 0,-1 0 0,1-1 0,-1 0 0,0-1-1,-1 0 1,0-1 0,0 0 0,0-1 0,-1 1 0,-1-1-1,1-1 1,-1 0 0,-1 0 0,8-15 0,-11 18 163,0-1 1,-1 0-1,0 1 0,0-1 1,1-11-1,-2 15 447,-1 0-1,0 1 0,0-1 0,0 0 1,-1 1-1,1-1 0,-3-7 0,2 10-144,1 0-1,-1 0 0,0 0 0,0 0 0,0 0 0,0 1 0,-1-1 0,1 0 0,0 1 0,0-1 0,0 1 0,-1-1 0,1 1 0,0-1 0,0 1 0,-1 0 0,1-1 0,0 1 0,-1 0 0,1 0 0,0 0 1,-1 0-1,1 1 0,0-1 0,-1 0 0,1 0 0,0 1 0,0-1 0,-1 1 0,1-1 0,0 1 0,0-1 0,0 1 0,-1 0 0,1 0 0,0-1 0,0 1 0,0 0 0,1 0 0,-1 0 0,-1 2 0,-2 18-57,1 0 0,2 0-1,0 0 1,1 0-1,1 0 1,4 21-1,15 101 262,-9-73-1,3 109 1,-11-166-332,2-17-53,5-22-93,1-7-37,16-36 1,-23 61 160,0 0 1,1 0-1,0 0 1,0 1-1,0-1 1,1 1-1,0 1 1,0-1-1,14-10 1,-18 15 6,0 1 1,0 0-1,0-1 1,1 1-1,-1 0 1,0 0-1,0 0 0,1 1 1,-1-1-1,0 0 1,1 1-1,-1 0 1,1-1-1,-1 1 0,1 0 1,-1 0-1,0 0 1,1 1-1,-1-1 1,1 1-1,-1-1 0,0 1 1,1 0-1,-1 0 1,0 0-1,0 0 1,1 0-1,-1 0 0,0 1 1,3 2-1,4 5 22,-1 0 1,0 0-1,-1 1 0,0 0 0,7 14 0,-9-15 41,1 0 0,0 0 0,0-1 0,13 14 0,-18-21-56,-1 0-1,1-1 1,0 1-1,0 0 1,0-1 0,0 1-1,0-1 1,0 1-1,0-1 1,0 1-1,0-1 1,1 0-1,-1 0 1,0 1-1,0-1 1,0 0-1,0 0 1,0 0-1,0 0 1,1-1-1,-1 1 1,0 0-1,0 0 1,0 0-1,0-1 1,0 1-1,0-1 1,0 1 0,0-1-1,0 1 1,0-1-1,0 0 1,0 1-1,0-1 1,0 0-1,-1 0 1,1 0-1,0 1 1,-1-1-1,1 0 1,0-1-1,4-5 18,-1 0 0,0-1 0,0 1 0,3-12 0,-6 16-15,13-36-722,-3-1-1,-1-1 0,6-47 1,-5 6-6303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0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11253,'0'0'9829,"29"4"-9669,41-4 32,23 0 96,21-15-272,4-4-16,-8 1-96,-11-3-2065,-20 1-2561,-27 1-6371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0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17496,'0'0'2417,"124"0"-2417,-32-7-240,9-14-3041,0-7-6980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3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10517,'0'0'7683,"-2"113"-7651,7-33 16,9 16-32,-2 8-16,-1-3-80,-5-10-592,-4-15-1105,-2-20-880,0-22-2097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3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14615,'0'0'4394,"9"0"-4554,2 0 105,-1 0 1,1 1 0,0 1 0,-1-1 0,1 2 0,-1 0-1,1 0 1,-1 1 0,0 0 0,0 0 0,-1 1-1,13 9 1,-16-10 21,0 0-1,0 1 1,-1 0-1,1 0 1,-1 1-1,0 0 1,-1-1-1,0 1 1,0 1-1,0-1 1,0 1-1,-1-1 1,0 1 0,-1 0-1,1 0 1,-1 0-1,-1 1 1,1-1-1,0 15 1,-2-11 57,0 1 1,-1-1 0,0 0-1,-1 0 1,0 1-1,-1-1 1,-4 11 0,5-18-146,0 0 0,0 1 0,0-1 0,0 0 0,-1 0 0,1 0 0,-1 0 0,0-1 0,-1 1 0,1-1 0,0 0 0,-1 0 0,0 0 0,0 0 0,0-1 0,0 1 0,0-1 0,0 0 0,-7 2 0,-15-2-4646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121 441 13302,'0'0'6568,"4"-17"-6277,5-14-238,30-114-126,-32 114-23,-1 0 1,3-61-1,-9 79 88,1 7 5,-1 0-1,0 0 1,-1 0 0,1 0 0,-1 0-1,-3-10 1,3 14 13,0 1 0,0-1-1,0 0 1,0 1 0,0-1 0,0 1 0,-1-1-1,1 1 1,-1-1 0,1 1 0,-1 0 0,1 0-1,-1 0 1,0 0 0,0 0 0,1 0 0,-1 0-1,0 1 1,0-1 0,0 1 0,0-1-1,0 1 1,0 0 0,-2-1 0,-4 1 49,1-1 1,-1 1-1,0 0 1,1 1-1,-1-1 1,1 1-1,-1 1 1,1 0-1,0 0 1,-10 4-1,14-5-43,-1 1-1,1 0 1,-1 0-1,1 0 1,0 0-1,0 1 1,0-1-1,0 1 1,0 0-1,0 0 1,1 0-1,-1 0 1,1 0-1,0 1 1,0-1-1,0 1 1,1-1-1,-1 1 0,1 0 1,0-1-1,-2 7 1,3-9-17,0 1 1,0-1-1,0 0 0,0 0 1,0 0-1,0 1 0,0-1 1,0 0-1,1 0 0,-1 0 1,0 1-1,1-1 1,-1 0-1,1 0 0,-1 0 1,1 0-1,0 0 0,-1 0 1,1 0-1,0 0 0,0 0 1,-1 0-1,1 0 0,0 0 1,0-1-1,0 1 0,0 0 1,2 0-1,34 11-53,-32-11 47,26 3-75,61 2 0,-68-6-43,-1 1 1,1 1-1,-1 1 0,0 1 0,26 8 1,-44-11 109,-1 1 0,1 1 0,-1-1 0,0 1 0,0-1 0,0 1 0,0 0 0,-1 0 0,1 1 0,-1-1 0,0 1 0,0 0 0,0 0 1,-1 0-1,1 0 0,-1 0 0,0 1 0,0-1 0,0 1 0,-1-1 0,1 1 0,0 6 0,1 10 34,-1 0 0,-1-1 0,-2 41 0,0-31 62,-5 51 498,15-89-585,49-74-2739,-22 22-3330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4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11 15511,'0'0'2444,"5"14"-2380,18 43-355,-21-55 221,-1 1-1,1-1 0,0 0 1,0 0-1,0 0 1,0 0-1,0 0 0,0 0 1,1-1-1,-1 1 1,0-1-1,1 1 1,0-1-1,-1 0 0,1 0 1,-1 0-1,1-1 1,0 1-1,0 0 0,0-1 1,-1 0-1,1 0 1,0 0-1,0 0 1,0 0-1,2-1 0,4 1-64,-9 0 202,1-1 0,0 1 0,-1 0 0,1-1 0,0 1 0,-1-1 0,1 1 0,-1-1 0,1 1 0,-1-1 0,1 1 0,-1-1 0,1 0 0,-1 1 0,1-1 0,-1 0 0,0 1-1,1-1 1,-1 0 0,0 0 0,0 1 0,0-1 0,1 0 0,-1 0 0,0 1 0,0-1 0,0 0 0,0 0 0,0 1 0,0-1 0,-1 0 0,1 0 0,-4-28 1261,1 24-1267,0 1-1,0 0 1,0 0 0,0 0 0,-1 0 0,0 1 0,1-1-1,-1 1 1,-1 0 0,1 0 0,0 0 0,-1 1 0,1-1-1,-1 1 1,0 0 0,-6-1 0,7 1-203,-1 1 0,0 0 0,1 0 0,-1 1 0,0 0 1,1-1-1,-1 1 0,-6 1 0,9 0-149,-1-1-1,1 1 1,-1 0 0,1-1-1,-1 1 1,1 0 0,0 0 0,0 1-1,-1-1 1,1 0 0,0 1-1,0 0 1,0-1 0,0 1 0,-2 3-1,-12 24-5929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5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16295,'0'0'1761,"15"-21"-1702,49-71-54,-52 75-6,0-1-1,-2-1 0,0 0 0,-1-1 1,-1 0-1,11-40 0,-14 33 40,-1 0 0,-1 0-1,-2 0 1,-2-34-1,0 52 122,0-1 0,0 1-1,-1-1 1,0 1 0,-1 0-1,0-1 1,-7-13 0,7 18-18,0 0-1,0 0 1,0 0 0,0 0-1,-1 0 1,0 1 0,0 0-1,0 0 1,-1 0 0,1 0-1,-1 0 1,0 1 0,-8-4-1,13 7-124,-1-1 1,0 1-1,1 0 0,-1 0 0,1 0 0,-1 0 1,0 0-1,1 0 0,-1 0 0,0 0 0,1 0 0,-1 0 1,0 0-1,1 0 0,-1 0 0,0 0 0,1 0 1,-1 1-1,1-1 0,-1 0 0,0 1 0,1-1 1,-1 0-1,1 1 0,-1-1 0,1 1 0,-1-1 0,1 1 1,0-1-1,-1 1 0,1-1 0,-1 1 0,1-1 1,0 1-1,-1-1 0,1 1 0,0 0 0,0-1 1,0 1-1,-1-1 0,1 1 0,0 0 0,0-1 1,0 1-1,0 0 0,0-1 0,0 1 0,0 0 0,-1 45-117,2-34 154,4 75-50,30 167 0,2-4 15,-28 220-2390,-10-312-24,1-158 2360,-1 1 0,1 0 0,0 0-1,0-1 1,0 1 0,0 0 0,0 0 0,0-1-1,0 1 1,0 0 0,1 0 0,-1-1 0,0 1 0,0 0-1,1 0 1,-1-1 0,0 1 0,1 0 0,-1-1 0,1 1-1,-1 0 1,1-1 0,-1 1 0,1-1 0,-1 1-1,1-1 1,-1 1 0,1-1 0,0 1 0,-1-1 0,1 0-1,0 1 1,0-1 0,1 0-20,0 0 0,-1-1 0,1 1-1,0 0 1,-1-1 0,1 1 0,-1-1 0,1 0-1,-1 0 1,1 1 0,-1-1 0,0 0 0,1 0 0,-1 0-1,0-1 1,2-1 0,10-14 39,0 0-1,-1-1 1,0-1-1,-2 0 1,0 0-1,-1-1 1,-1 0-1,6-27 1,-9 31 92,-1 0 0,-1 0 0,0-1 0,-2 0 0,0 1 0,0-1 1,-2 0-1,0 1 0,-6-30 0,4 34 95,0 1-1,-1 0 1,0-1-1,-1 2 1,-1-1-1,1 0 1,-2 1 0,1 0-1,-2 1 1,1 0-1,-1 0 1,0 0-1,-1 1 1,-10-8-1,6 8 42,1 0-1,-1 1 0,-1 0 0,1 1 0,-1 0 0,0 1 0,-23-4 0,37 9-208,-1 0 0,1 0 0,-1 0 0,1-1 0,-1 1 0,1 0 0,-1 0-1,1 0 1,-1 0 0,1-1 0,-1 1 0,1 0 0,-1 0 0,1-1 0,-1 1 0,1 0 0,0-1-1,-1 1 1,1-1 0,0 1 0,-1 0 0,1-1 0,0 1 0,0-1 0,-1 1 0,1-1 0,0 1-1,0-1 1,0 1 0,-1-1 0,1 1 0,0-1 0,0 1 0,0-1 0,0 1 0,0-1 0,0 0 0,0 1-1,0-1 1,0 1 0,1-1 0,-1 1 0,0-1 0,0 1 0,0-1 0,1 1 0,-1-1 0,0 1-1,0 0 1,1-1 0,-1 1 0,0-1 0,1 1 0,-1 0 0,1-1 0,-1 1 0,1-1 0,26-23-219,63-38-862,1-1-3949,-31 17-3421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17192,'0'0'928,"0"130"-960,2-63 32,2-3 32,3-8-16,-3-13-16,-2-15 0,0-10 16,0-12-16,-2-4 96,2-2-16,2-25-80,2-12-2369,1-9-3505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6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17048,'0'0'7571,"0"-11"-7571,0 5-576,0 0-1985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6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18152,'0'0'3202,"-1"21"-3101,16 285 457,1 6-228,-12-175-191,-3-118-123,1-18-681,3-29-2058,0-15-3757,0-6-5302</inkml:trace>
  <inkml:trace contextRef="#ctx0" brushRef="#br0" timeOffset="1">0 245 15895,'0'0'4402,"158"-65"-4402,-98 31-96,-10 6-2897,-13 8-6419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63 19913,'0'0'3562,"-18"-11"-2802,-57-33-205,54 36-378,12 13-74,1 5-99,1 1-1,0 0 1,1 0-1,0 1 1,0-1-1,2 1 1,-7 21-1,2 2-2,-7 58-1,8 96 30,8-176-29,0 1 0,1 0 0,1-1 0,0 1 0,8 25 0,-8-33-7,1 0 0,-1 0 0,1-1 1,1 1-1,-1-1 0,1 0 1,0 0-1,0 0 0,0 0 0,1-1 1,0 1-1,-1-1 0,2 0 1,9 5-1,-5-4-60,1 0 0,-1-1 1,1 0-1,0-1 0,0-1 0,0 0 1,0 0-1,0-1 0,0 0 0,1-1 1,-1 0-1,15-3 0,-13 1-469,1 0 1,-1-1-1,26-10 0,-29 9-442,0-1 0,-1 0-1,1-1 1,-1 0 0,9-7-1,20-22-8794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7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12422,'0'0'4290,"-54"23"-4771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7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75 11877,'0'0'6025,"-12"-12"-4742,-37-38-75,48 49-1153,0 0 0,0 0 0,0 0 0,0 0 0,-1 0 0,1 0 0,0 0 0,-1 0 0,1 1 0,0-1 0,-1 0-1,1 1 1,-1-1 0,1 1 0,-1 0 0,1-1 0,-1 1 0,1 0 0,-1 0 0,1 0 0,-1 0 0,1 0 0,-1 0 0,1 1 0,-1-1 0,1 0-1,-3 2 1,2-1-23,-1 1 0,1 0 0,-1 0-1,1 0 1,0 0 0,0 0 0,0 1-1,-3 4 1,1-2 47,-8 13-46,0 0 0,1 1 0,1 0 0,1 1 0,1-1 0,1 2 1,0-1-1,2 1 0,0 0 0,1 1 0,2-1 0,0 1 1,1 29-1,1-49-47,1 0 0,-1 0 0,0 0 0,1 0 0,-1 0 1,1 0-1,-1 0 0,1 0 0,0 0 0,0 0 0,0 0 0,0-1 1,0 1-1,0 0 0,1-1 0,-1 1 0,1-1 0,-1 1 0,1-1 0,-1 0 1,1 0-1,0 1 0,-1-1 0,1 0 0,0-1 0,0 1 0,0 0 1,0 0-1,0-1 0,0 1 0,0-1 0,0 0 0,0 0 0,3 0 0,3 1-111,0-1 0,0 0-1,0-1 1,0 0-1,0 0 1,0-1 0,0 0-1,8-3 1,-2-2-687,0-1 0,-1 0 0,0 0 0,0-1-1,-1-1 1,0 0 0,11-13 0,24-29-7722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7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78 344 15239,'0'0'4906,"1"-6"-4610,26-75-111,-19 62-205,-1 0 1,-1-1 0,-1 0 0,0 0 0,2-32 0,-7 45 26,1 0 0,-1 1 1,-1-1-1,1 0 0,-1 1 0,-1-1 1,1 1-1,-1-1 0,-2-5 1,2 9 19,1 1 0,-1-1 1,0 1-1,0 0 0,0 0 1,0 0-1,0 0 0,-1 0 1,1 0-1,-1 0 0,1 1 1,-1-1-1,1 1 0,-1 0 1,0 0-1,0 0 0,0 0 1,1 0-1,-1 0 0,0 1 1,0 0-1,-4-1 0,-44 1 456,50 0-476,-1 1 0,1-1 1,-1 0-1,1 0 0,0 1 0,-1-1 0,1 1 1,0-1-1,-1 1 0,1 0 0,0 0 1,0-1-1,-1 1 0,0 1 0,2-1-8,-1 0-1,1-1 1,0 1-1,0 0 0,-1 0 1,1-1-1,0 1 1,0 0-1,0 0 1,0-1-1,0 1 1,0 0-1,0 0 0,0-1 1,0 1-1,1 0 1,-1 0-1,0-1 1,0 1-1,1 0 1,-1-1-1,0 1 1,1 0-1,-1-1 0,1 1 1,-1 0-1,1-1 1,-1 1-1,2 0 1,4 4-34,0-1 1,0 0-1,1 0 0,-1 0 1,1-1-1,0 0 1,0 0-1,0-1 1,13 3-1,-9-2-6,23 5-146,-21-6 94,0 1 0,-1 0 0,13 6 0,-22-8 84,-1 0-1,1 0 1,-1 0 0,1 1 0,-1-1 0,0 1 0,1 0 0,-1-1 0,0 1-1,0 0 1,0 0 0,0 1 0,-1-1 0,1 0 0,-1 1 0,1-1-1,-1 1 1,0-1 0,1 4 0,2 15 119,-1 1 0,-1 0 0,-2-1-1,0 1 1,-6 42 0,-2-18 267,5-33-197,0 0 0,1 0 0,0 16 0,2-29-179,1 1 0,-1-1 0,1 0 0,0 1 0,-1-1 0,1 0 0,-1 0 0,1 1 0,0-1 0,-1 0 0,1 0 0,0 0 0,-1 0 0,1 0 0,0 0 0,-1 0 0,1 0 0,0 0 0,-1 0 0,1 0 0,-1 0 0,1-1 0,0 1 0,-1 0 0,1 0 0,-1-1 0,1 1 1,0 0-1,-1-1 0,1 0 0,8-3-114,-1-1 0,0-1 0,0 0 1,-1 0-1,0 0 0,0-1 0,9-11 1,40-59-3148,-13 6-2556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8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9877,'0'0'11989,"93"127"-11733,-62-51-80,-19 19 0,-12 19-176,-35 18-176,-35 2-1953,-19-7-3025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0 639 14134,'0'0'1076,"23"-8"-714,339-100 1986,548-77 366,-479 102-2042,904-172 942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28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21 23675,'0'0'4946,"-90"-9"-7027,47-2-4018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15655,'0'0'5923,"31"120"-5395,-17-40-96,1 6-320,-5-2-112,2-10-336,9-9-2129,6-11-1793,12 1-32,7-1 1297,-3 1-2562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74 10181,'0'0'12203,"-1"0"-12167,1 0 1,-1 0 0,1 0-1,-1 1 1,1-1 0,-1 0-1,1 0 1,-1 0 0,1 0-1,-1 0 1,1 0-1,-1 0 1,1 0 0,-1 0-1,1 0 1,-1 0 0,1-1-1,-1 1 1,1 0 0,-1 0-1,1 0 1,-1-1 0,1 1-1,-1 0 1,1 0 0,-1-1-1,0 0-27,1 0-1,0 0 0,-1-1 0,1 1 1,0 0-1,0 0 0,-1 0 0,1 0 1,0 0-1,0 0 0,0 0 0,1-1 1,-1 1-1,0 0 0,0 0 0,1 0 1,-1 0-1,0 0 0,1 0 0,-1 0 0,1 0 1,-1 0-1,1 0 0,0 0 0,-1 0 1,1 0-1,0 1 0,0-1 0,0 0 1,1 0-1,27-25 0,-26 24-11,-1 0-1,1 1 0,-1-1 0,1 1 0,0 0 0,0 0 0,0 0 0,0 0 0,0 1 0,0-1 0,0 1 0,0-1 1,0 1-1,4 1 0,-5-1-13,0 0 0,0 1 0,0-1-1,0 1 1,-1 0 0,1 0 0,0 0 0,0 0 0,-1 0 0,1 0 0,-1 0 0,1 0 0,-1 1 0,1-1 0,-1 1 0,0-1 0,1 1 0,-1-1 0,0 1 0,0 0 0,0-1 0,1 5 0,3 9-66,0 0 0,-1 1-1,-1-1 1,0 1 0,1 27 0,-6 82-57,2-119 136,-1 12 14,-1 0 1,0 0-1,-2 0 1,0-1-1,-1 1 1,0-1-1,-2 0 1,0 0-1,-1-1 1,0 0-1,-2 0 1,1-1-1,-2 0 1,0-1-1,-20 19 1,31-32 109,6-3 53,82-28-78,45-13 26,-115 39-194,-9 3-509,0-1 1,0-1-1,0 1 0,0-1 0,0-1 1,-1 0-1,0 0 0,0 0 0,10-8 1,1-10-9147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3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70 154 17784,'0'0'4109,"7"8"-4139,-2-3 24,0 0 1,1-1-1,-1 0 0,1 1 0,0-2 0,0 1 0,0-1 0,1 0 1,-1 0-1,1-1 0,-1 0 0,1 0 0,0 0 0,12 1 0,-16-3-11,1 0 0,0 0-1,0 0 1,-1 0 0,1 0-1,0-1 1,-1 0 0,1 0 0,0 0-1,-1 0 1,1 0 0,-1-1-1,5-2 1,-5 2 3,-1 0 0,0 0 1,0-1-1,0 1 0,0 0 0,0-1 0,0 0 0,-1 1 0,1-1 1,-1 0-1,0 0 0,0 0 0,0 1 0,0-1 0,-1 0 1,2-6-1,-1 4 14,-1 0 0,1-1 1,-1 1-1,0 0 0,0-1 0,0 1 1,-1 0-1,0 0 0,0-1 1,0 1-1,0 0 0,-1 0 1,0 0-1,0 0 0,-5-8 0,3 9 10,0 0-1,0-1 0,0 2 0,0-1 0,-1 0 0,1 1 0,-1 0 0,0 0 0,0 0 1,0 1-1,0-1 0,0 1 0,-1 1 0,-8-3 0,0 1 22,0 0 0,0 1 0,0 1 0,-27 0 0,36 1-50,1 0 0,-1 1 1,1 0-1,-1 0 0,0 0 1,1 1-1,0 0 0,-6 2 1,8-3-37,0 0 1,1 0 0,-1 1 0,0-1 0,1 1-1,-1-1 1,1 1 0,-1-1 0,1 1 0,0 0 0,0 0-1,0-1 1,0 1 0,0 0 0,0 0 0,0 0-1,1 0 1,-2 4 0,4 16-2569,10-5-2536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4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14679,'0'0'7609,"11"-10"-7505,36-30-75,-46 39-30,0 0 0,0 0 1,1 0-1,-1 0 0,0 0 1,1 0-1,-1 0 0,1 0 0,-1 1 1,1-1-1,-1 0 0,1 1 1,-1 0-1,1-1 0,0 1 0,-1 0 1,1 0-1,0 0 0,-1 0 1,1 0-1,0 0 0,-1 0 0,1 1 1,0-1-1,-1 0 0,1 1 0,-1 0 1,1-1-1,-1 1 0,1 0 1,-1 0-1,1 0 0,-1 0 0,0 0 1,1 0-1,-1 0 0,0 0 1,0 0-1,1 2 0,2 3 3,-1 0-1,0 0 1,-1 0-1,0 1 1,0-1 0,0 0-1,1 10 1,1 22 47,-1-1 0,-2 44-1,-2-42 62,1-21 160,0 1-1,-1-1 1,-2 0 0,0 1-1,0-1 1,-2 0 0,0-1-1,-2 1 1,1-1 0,-2 0 0,-12 20-1,44-45 905,47-29-1316,42-18 361,-95 47-2171,1 2 0,25-5 0,-38 9-4341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21322,'0'0'4994,"0"108"-4882,0-24-112,9 18-112,-1 6-1249,-2 6-880,-6-6-1776,0-13-7829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7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1217,'0'0'18648,"0"136"-18616,0-84-16,0 6 48,0 2-64,0-6-784,0-10-4611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7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8 183 12438,'0'0'3169,"-2"-17"-1992,-3-57-348,5 70-823,0 0-1,1 0 0,-1 0 0,1 0 1,0 0-1,0 0 0,1 1 1,-1-1-1,1 0 0,-1 1 0,1-1 1,0 1-1,1 0 0,-1-1 0,1 1 1,-1 0-1,1 0 0,0 1 0,0-1 1,0 1-1,0-1 0,1 1 1,-1 0-1,1 0 0,-1 0 0,1 1 1,0-1-1,-1 1 0,1 0 0,0 0 1,0 0-1,0 1 0,0-1 0,0 1 1,0 0-1,0 0 0,7 1 0,-9 0-13,1 1-1,0-1 0,-1 1 0,1 0 0,0-1 0,-1 1 0,0 0 0,0 0 0,1 1 0,-1-1 0,0 0 0,-1 1 0,1-1 0,0 1 0,-1 0 0,1-1 0,-1 1 1,0 0-1,0 0 0,1 3 0,2 9-6,0 1 0,2 23 0,-1 27 279,-4 98 0,-2-142-157,-2 21 379,-2 0-1,-17 70 0,4-25 1143,17-87-1516,2 1 366,5-4-302,22-12-129,1-1 0,48-35 0,-34 21-1004,-8 4-1839,-5 1-3620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8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90 17048,'0'0'3388,"3"4"-3460,0 0 66,0-1 0,1 0-1,-1 0 1,1 0 0,0 0 0,0-1-1,0 1 1,0-1 0,0 0 0,0 0-1,0-1 1,1 1 0,-1-1 0,6 1 0,4 1-171,0-1 1,0-1 0,26-1 0,-38 0 157,0 0 0,-1-1 0,1 1 0,0-1 0,-1 1 0,1-1 0,-1 0 0,1 1 0,-1-1 0,1 0 0,-1 0 0,1 0 0,-1 0 0,0 0 0,0 0 0,1-1 0,-1 1 0,0 0 0,0-1 0,0 1 0,0 0 0,-1-1 0,1 1 0,0-1 0,-1 0 0,1 1 0,-1-1 0,1 1 0,-1-1 0,0 0 0,1 0 0,-1-1 0,0 0 25,0 0 1,0 0-1,0 0 0,0 0 0,0 0 0,-1 0 0,1 1 0,-1-1 1,0 0-1,0 0 0,0 1 0,0-1 0,0 0 0,0 1 0,-1-1 1,0 1-1,1-1 0,-1 1 0,-3-3 0,-1 0 83,-1 1-1,0 0 1,-1 0 0,1 0-1,-1 1 1,1 0 0,-1 1-1,0 0 1,0 0 0,-12-1-1,-4 1 242,1 0-1,-33 3 1,49 0-284,0-1 0,1 1 0,-1 0 0,0 1 0,1 0 1,-1 0-1,1 0 0,-1 1 0,-7 5 0,11-7-87,1 1-1,-1 0 1,1-1 0,0 1-1,-1 1 1,1-1-1,0 0 1,0 0-1,1 1 1,-1-1 0,0 1-1,1 0 1,-1-1-1,1 1 1,0 0 0,0 0-1,0 0 1,0 0-1,1 0 1,-1 0 0,1 0-1,0 4 1,0-6-148,-1 1 1,1-1 0,0 1 0,1-1-1,-1 1 1,0-1 0,0 1-1,1-1 1,-1 1 0,0-1-1,1 0 1,0 1 0,-1-1-1,1 0 1,0 1 0,0-1-1,0 0 1,0 0 0,0 1 0,0-1-1,0 0 1,0 0 0,0 0-1,0-1 1,0 1 0,1 0-1,-1 0 1,0 0 0,1-1-1,-1 1 1,1-1 0,-1 1 0,1-1-1,-1 0 1,3 1 0,42 3-7309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8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15639,'0'0'2527,"10"-2"-2551,35-7 2,-44 9 19,0-1 0,0 1 0,1 0 0,-1 0 0,0 1 0,0-1 0,1 0 0,-1 0 0,0 0 0,0 1-1,0-1 1,1 1 0,-1-1 0,0 1 0,0 0 0,0-1 0,0 1 0,0 0 0,0-1 0,0 1 0,0 0 0,0 0 0,-1 0 0,1 0-1,0 0 1,0 0 0,-1 0 0,1 0 0,-1 1 0,1-1 0,-1 0 0,1 0 0,-1 2 0,2 4 2,-1-1 1,0 1-1,0 0 1,-1 11-1,1-10 2,0 23 390,-1-1 0,-1 0 1,-1 0-1,-2 0 0,-1 0 1,-1-1-1,-1 0 1,-2 0-1,-13 28 0,22-57-377,1 0 0,-1 0 0,0 0 0,0 0 0,0-1 0,0 1 0,0 0 0,1 0 0,-1 0 0,0 0-1,0 0 1,0 0 0,0 0 0,0 0 0,1 1 0,-1-1 0,0 0 0,0 0 0,0 0 0,0 0 0,0 0 0,1 0-1,-1 0 1,0 0 0,0 0 0,0 0 0,0 0 0,0 0 0,0 1 0,0-1 0,1 0 0,-1 0 0,0 0 0,0 0-1,0 0 1,0 0 0,0 1 0,0-1 0,0 0 0,0 0 0,0 0 0,0 0 0,0 0 0,0 1 0,0-1-1,0 0 1,0 0 0,0 0 0,0 0 0,0 0 0,0 1 0,0-1 0,0 0 0,0 0 0,0 0 0,0 0 0,0 0-1,0 0 1,0 1 0,0-1 0,-1 0 0,1 0 0,0 0 0,0 0 0,0 0 0,0 0 0,0 0 0,0 1 0,14-8-109,-13 7 144,118-71 33,-43 25-1471,2 5-4317,-50 28 74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9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18056,'0'0'2516,"22"-8"-2591,74-24-183,-92 31 229,0-1 0,0 1-1,0 1 1,0-1 0,0 0 0,0 1 0,1 0 0,-1 0 0,0 0 0,0 1 0,0-1 0,1 1 0,4 2 0,-7-2 20,0 0 1,1 0-1,-1 1 1,0-1-1,0 1 0,0-1 1,0 1-1,0 0 1,-1 0-1,1-1 0,0 1 1,-1 1-1,1-1 0,-1 0 1,0 0-1,1 3 1,2 6 15,-2 0 1,1 0 0,-2 0-1,1 0 1,-1 0 0,-1 0 0,-1 14-1,1-8 4,-1 9 347,-1-1-1,-1 1 1,-1-1-1,-1 0 1,-1 0-1,-1 0 1,-2-1-1,0 0 1,-2-1-1,0 0 1,-28 40-1,39-63-314,0 1-1,-1-1 0,1 0 0,0 1 1,-1-1-1,1 0 0,0 1 1,0-1-1,0 1 0,-1-1 0,1 0 1,0 1-1,0-1 0,0 1 0,0-1 1,0 1-1,0-1 0,-1 0 0,1 1 1,0-1-1,0 1 0,1-1 1,-1 1-1,0-1 0,0 1 0,0-1 1,0 1-1,0-1 0,0 0 0,1 1 1,-1-1-1,0 1 0,16 2 280,30-13-568,-40 9 355,190-56-500,-68 13-3671,-91 27-1479,-13 2-4843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39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15543,'0'0'4978,"7"116"-4417,-1-29-225,2 19-272,0 12-32,-1 7-32,-7-2-801,0-17-4305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0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15751,'0'0'5819,"1"-19"-5750,0-1-69,7-37 0,-7 55-2,0-1 0,1 0 0,-1 0 0,1 1 0,-1-1 0,1 1-1,0-1 1,0 1 0,0 0 0,0-1 0,0 1 0,0 0 0,1 0 0,-1 1-1,1-1 1,-1 1 0,1-1 0,0 1 0,0 0 0,-1 0 0,1 0 0,3-1 0,-2 1-17,0 0 0,0 0 0,0 1 0,0-1 0,0 1 1,1 0-1,-1 0 0,0 0 0,0 1 0,0-1 1,0 1-1,0 0 0,6 2 0,-7-1-6,-1 0 0,0 0 0,1 0 0,-1 0 0,0 0 0,0 1 0,0-1 1,-1 1-1,1-1 0,-1 1 0,1 0 0,-1-1 0,0 1 0,0 0 0,0 0 0,0 0 0,-1 0 0,1 5 0,2 9-53,-2 0-1,-1 19 0,0-20 45,1 20 56,-2 0 1,-2-1 0,-1 1-1,-1-1 1,-21 68 0,19-81 190,6-16-39,-1 1-1,0-1 1,0 1 0,0-1 0,-1 0-1,0 0 1,0 0 0,-1 0-1,-7 10 1,22-25 2,0 0 0,0 1-1,1 1 1,1 0 0,-1 1 0,1 0-1,0 1 1,22-6 0,10 0-1947,60-5 1,-89 14 832,23-5-5084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0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37 20281,'0'0'1067,"4"16"-1045,-2-8-20,0 1 1,-1-1-1,2 0 1,-1 1-1,1-1 1,1 0-1,-1 0 0,1-1 1,1 1-1,-1-1 1,1 0-1,11 12 1,-8-11 0,1 0-1,0-1 1,1 0 0,-1-1 0,12 6 0,-16-9-4,0-1 1,0 0-1,0-1 1,-1 1-1,1-1 1,1 0-1,-1 0 1,0-1 0,0 1-1,0-1 1,0-1-1,0 1 1,10-2-1,-13 1 1,0 0-1,0 0 0,-1-1 0,1 1 0,0 0 1,-1-1-1,1 1 0,-1-1 0,0 0 1,1 1-1,-1-1 0,0 0 0,0 0 0,0 0 1,0 0-1,-1 1 0,1-1 0,0-1 0,-1 1 1,0 0-1,1 0 0,-1 0 0,0 0 0,0 0 1,0-3-1,0-3 7,0 0 1,0 0-1,0 0 1,-1 0 0,-4-14-1,2 16-2,0-1-1,0 1 1,0 1 0,-1-1-1,0 0 1,0 1-1,-1 0 1,0 0-1,0 0 1,0 1 0,0-1-1,0 1 1,-1 0-1,-7-3 1,4 1-29,-1 1-1,-1 1 1,1-1-1,-1 2 1,0-1 0,0 1-1,-19-2 1,27 5-107,0-1 1,0 1-1,1 0 1,-1 0-1,0 1 0,0-1 1,1 0-1,-1 1 1,0 0-1,1-1 1,-1 1-1,-3 2 0,5-2-173,-1 0 1,1 0-1,0 0 0,0 1 0,-1-1 0,1 0 0,0 1 0,0-1 0,0 1 0,0-1 0,0 1 0,1-1 0,-1 1 0,0-1 0,1 1 0,-1 0 0,1 0 0,-1 2 0,0 22-7133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1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19385,'0'0'1510,"20"-6"-1948,2-1 169,41-8-1,-61 14 253,0 1-1,0 0 0,0 0 1,-1 0-1,1 0 0,0 0 1,0 1-1,0-1 0,-1 0 1,1 1-1,0-1 0,-1 1 1,1 0-1,0 0 0,-1-1 1,1 1-1,-1 0 0,1 0 1,-1 1-1,1-1 0,-1 0 1,0 0-1,0 1 0,1-1 1,-1 0-1,0 1 0,0 0 0,-1-1 1,1 1-1,1 2 0,0 3-8,0-1 0,-1 1-1,1 0 1,-1-1-1,-1 14 1,1-14 28,-1 16 121,0 0 0,-1 0 0,-2 0-1,0 0 1,-1 0 0,-1 0 0,-11 29 0,7-30 640,0-1 1,-1 0-1,-1 0 0,-18 23 1,28-42-212,21-1 110,-6-2-575,1 0 1,-1-1 0,0 0 0,0-1 0,0-1 0,21-9 0,81-48-2604,-90 48 265,-6 2-2738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9412,'0'0'11187,"9"-12"-11153,-2 3-37,34-40 28,-37 45-32,0 0-1,0 1 1,1-1-1,-1 1 0,1 0 1,0 0-1,-1 0 1,1 1-1,1 0 0,-1 0 1,8-2-1,-12 4-17,1 0 0,-1 0-1,0 0 1,1 0 0,-1 0 0,0 0-1,0 0 1,1 1 0,-1-1 0,0 0-1,0 1 1,0-1 0,0 1 0,1-1-1,-1 1 1,0 0 0,0 0 0,0-1 0,0 1-1,0 0 1,0 0 0,-1 0 0,1 0-1,0 0 1,0 0 0,-1 0 0,1 0-1,-1 0 1,1 1 0,-1-1 0,1 0-1,-1 0 1,0 0 0,1 1 0,-1-1-1,0 0 1,0 1 0,0 1 0,1 10 20,0 1-1,-1-1 1,-2 15 0,1-5-12,1-10 30,1-4 15,-1 0 1,-1 0-1,1 0 0,-1 0 1,-1 0-1,0 0 1,-3 11-1,3-20 500,2-9-370,5-14-97,-2 16-60,1 0-1,1 0 1,-1 0-1,1 1 0,1 0 1,-1 0-1,1 0 1,6-5-1,-9 8-12,0 1 1,1-1-1,-1 1 1,1 0-1,-1 0 1,1 0-1,0 0 0,-1 1 1,1 0-1,0-1 1,0 2-1,0-1 1,0 0-1,0 1 1,1-1-1,-1 1 0,0 0 1,4 1-1,-6 0 6,0-1-1,0 1 0,-1 0 0,1 0 0,0 0 1,-1 0-1,1 0 0,-1 0 0,1 0 1,-1 0-1,0 1 0,1-1 0,-1 1 1,0-1-1,0 1 0,0-1 0,0 1 0,0-1 1,0 1-1,0 0 0,-1 0 0,1-1 1,-1 1-1,1 0 0,-1 3 0,2 7 5,-1-1-1,0 1 0,-2 12 1,1-11-1,0 7 48,-2-1 1,0 0 0,-1 1-1,-1-1 1,-1-1 0,-1 1-1,-14 32 1,15-41 44,0 0 0,0 1-1,-2-2 1,1 1 0,-1-1 0,0 0 0,-1 0 0,0-1 0,0 0-1,-1 0 1,0-1 0,-1 0 0,1-1 0,-17 8 0,23-12-90,0-1 0,0 0 0,0 1 0,-1-1 1,1-1-1,0 1 0,-1 0 0,1-1 0,-1 0 1,1 0-1,0 0 0,-1 0 0,-3-1 0,5 1-64,1-1 0,-1 0 0,1 0 0,-1 0 0,1 0 0,-1 0-1,1 0 1,0 0 0,-1-1 0,1 1 0,0 0 0,0-1 0,0 1 0,0-1-1,0 0 1,1 1 0,-1-1 0,0 1 0,1-1 0,-1 0 0,1 0 0,-1 1-1,1-1 1,0 0 0,0 0 0,0-1 0,-2-56-3973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2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15383,'0'0'4530,"-2"108"-4178,6-30-336,17 15 0,-1 13-32,-1 14-208,-6 1-2449,-11-6-5779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2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19 255 17976,'0'0'2188,"-3"-16"-1401,-1 1-646,1 7-115,1 0 0,0 0 0,0 0-1,1-1 1,0 1 0,0 0-1,1 0 1,0-1 0,1 1-1,2-15 1,0 14-17,1 1 1,-1-1-1,2 1 0,-1-1 1,1 2-1,0-1 0,11-12 1,-13 17-38,-1-1 1,1 1-1,1 0 1,-1 0-1,0 0 1,1 1-1,-1-1 1,1 1-1,0 0 1,0 0-1,0 0 0,0 0 1,0 1-1,0-1 1,0 1-1,1 0 1,-1 0-1,7 0 1,-9 2 13,1-1 1,-1 1-1,0 0 1,0-1-1,0 1 0,0 0 1,-1 0-1,1 0 1,0 0-1,0 1 1,-1-1-1,1 0 0,0 1 1,-1-1-1,1 1 1,-1 0-1,0-1 1,0 1-1,1 0 0,-1 0 1,0 0-1,-1 0 1,1 0-1,1 2 1,2 8-1,-1 0 0,0 0 0,1 13 0,-2-18 9,5 60 130,-2 1 0,-5 69 0,-1-64 241,-11 97 821,4-79-442,8-91-741,-1 0-1,1 1 1,0-1 0,0 0 0,0 1-1,0-1 1,0 0 0,0 1 0,0-1-1,0 0 1,1 0 0,-1 1-1,0-1 1,0 0 0,0 1 0,0-1-1,0 0 1,0 0 0,1 1 0,-1-1-1,0 0 1,0 0 0,0 1-1,1-1 1,-1 0 0,0 0 0,0 0-1,1 1 1,-1-1 0,0 0 0,0 0-1,1 0 1,-1 0 0,0 0-1,1 1 1,-1-1 0,0 0 0,0 0-1,1 0 1,-1 0 0,0 0 0,1 0-1,-1 0 1,0 0 0,1 0-1,-1 0 1,18-6 32,-13 5-7,61-25 40,-37 14-389,0 1-1,1 1 0,0 2 1,45-7-1,-66 15-483,8-2-1685,-8-2-2838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3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 19305,'0'0'2414,"8"22"-2384,31 74-22,-35-88-7,0-1 1,0 1 0,1-1 0,0-1-1,0 1 1,0-1 0,1 0 0,0 0-1,10 8 1,-11-11-7,0 0 0,0 0 1,0 0-1,1-1 0,-1 0 0,1 0 1,-1 0-1,1-1 0,0 1 0,0-1 0,8 0 1,-12-1-12,0 0 0,0-1 0,0 1 1,0 0-1,0-1 0,0 1 0,0-1 1,0 0-1,0 1 0,-1-1 0,1 0 1,0 0-1,0 0 0,-1 0 0,1-1 1,-1 1-1,1 0 0,-1-1 0,0 1 1,1-1-1,-1 1 0,0-1 1,0 0-1,0 0 0,0 1 0,0-1 1,0 0-1,-1 0 0,1 0 0,-1 0 1,1 0-1,-1 0 0,0 0 0,0 0 1,0-3-1,1-2 24,-1 0 0,0 0-1,0 0 1,-1 0 0,0 1 0,0-1 0,-1 0 0,0 0 0,-4-10-1,2 10 42,0 1-1,0-1 1,-1 1-1,0 0 1,0 0-1,0 1 1,-1-1-1,1 1 1,-2 0-1,1 1 1,0-1-1,-1 1 1,0 1-1,-12-6 1,6 4-5,0 1 0,0 0 0,0 1 0,0 1 0,-1 0 1,1 0-1,-23 2 0,35-1-105,0 1 0,0 0-1,0 1 1,0-1 0,0 0 0,0 0 0,0 0 0,0 0 0,0 1-1,0-1 1,0 1 0,0-1 0,0 0 0,0 1 0,0 0 0,1-1-1,-1 1 1,0-1 0,0 1 0,1 0 0,-1 0 0,0-1-1,1 1 1,-1 0 0,1 0 0,-1 0 0,1 0 0,-1 0 0,0 1-1,2 20-5357,6-7-2289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3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21354,'0'0'2820,"20"-13"-2839,65-42-114,-83 54 114,0 0 0,0-1 0,1 1 0,-1 0 1,0 1-1,1-1 0,-1 0 0,0 1 0,1-1 0,-1 1 1,1 0-1,-1 0 0,4 0 0,-5 0 10,1 0-1,-1 1 1,0-1-1,0 1 1,1-1-1,-1 1 1,0-1-1,0 1 1,0 0-1,0 0 1,0-1-1,0 1 1,0 0-1,0 0 1,0 0 0,-1 0-1,1 0 1,1 1-1,0 4-19,0-1 0,0 0 1,0 1-1,-1-1 0,0 1 0,0-1 0,0 11 0,0-12 5,1 25 2,-2 0 0,0-1 0,-2 1 0,-1-1 1,-10 41-1,-49 134 1353,41-143-328,21-59-989,0-1-1,0 0 1,-1 1 0,1-1-1,0 1 1,0-1-1,0 1 1,-1-1-1,1 0 1,0 1 0,0-1-1,0 1 1,0-1-1,0 1 1,0-1-1,0 1 1,0-1-1,0 1 1,0-1 0,0 1-1,0-1 1,1 1-1,-1-1 1,0 1-1,0-1 1,0 0 0,1 1-1,-1-1 1,0 1-1,0-1 1,1 0-1,-1 1 1,1 0 0,9-2-54,-9 0 77,7 0-34,0 0 0,0-1 0,0 0 0,-1 0 0,1-1 0,-1 0 0,12-6 0,49-36 137,-54 34-742,0 1 1,1 1-1,0 0 0,1 1 0,20-7 0,-32 14-946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3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19001,'0'0'2443,"3"19"-2421,26 131 29,-23-115 138,-2 0 0,-2 68 1,2 15 103,-4-117-292,0 1-1,0-1 0,1 0 0,-1 0 1,0 0-1,0 0 0,1 0 1,-1 0-1,1 0 0,-1 0 1,1 0-1,0 0 0,-1 0 1,1 0-1,0 0 0,0-1 0,-1 1 1,1 0-1,0 0 0,0-1 1,0 1-1,2 1 0,-1-1 2,1-1 1,-1 1-1,1 0 0,0-1 0,-1 1 0,1-1 1,-1 0-1,1 0 0,4 0 0,0-1 29,1 0 0,-1-1 0,0 1 0,-1-2 0,1 1 0,11-6 0,-6 1-228,0-1 1,-1 0 0,0-1-1,-1-1 1,1 1 0,-2-2-1,0 1 1,0-1-1,12-21 1,-15 14-3750,-5 10-3324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4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20441,'0'0'2145,"-20"125"-416,20-45-496,0 11-593,8 6-176,4 4-192,1 7-176,-5 2-96,-2-2-64,-2-9-944,-4-21-2834,0-29-4290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1:55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55 3265,'0'0'12582,"0"7"-11496,22-9-2115,-11-2 718,-11 3 312,0 1 0,0 0 0,0 0 0,0-1 0,0 1 0,0 0 0,0 0 0,1-1 0,-1 1 0,0 0 0,0 0-1,0-1 1,0 1 0,0 0 0,0 0 0,0-1 0,-1 1 0,1 0 0,0 0 0,0-1 0,0 1 0,0 0 0,0 0 0,0 0-1,0-1 1,0 1 0,-1 0 0,1 0 0,0 0 0,0-1 0,0 1 0,0 0 0,-1 0 0,1 0 0,0 0 0,0-1 0,-1 1-1,-1-1 67,-1 0-1,1 1 1,-1-1-1,0 0 0,1 1 1,-1 0-1,1 0 0,-1 0 1,0 0-1,-4 0 0,5 0-57,1 0-1,-1 0 0,1 0 0,-1 1 0,0-1 1,1 0-1,-1 1 0,1-1 0,-1 0 0,1 1 1,0 0-1,-1-1 0,1 1 0,-1 0 0,1 0 1,0 0-1,0 0 0,-3 2 0,4-1-56,-1 0 1,1 0-1,0 0 0,-1 0 0,1 0 1,0 0-1,0 0 0,1 0 0,-1 0 1,0 0-1,1 0 0,0 3 1,0-4 9,-1-1 0,0 1 0,1 0 0,-1-1 1,1 1-1,-1-1 0,1 1 0,0-1 0,-1 1 1,1-1-1,-1 0 0,1 1 0,0-1 0,-1 0 1,1 1-1,0-1 0,-1 0 0,1 0 0,0 0 1,0 1-1,-1-1 0,1 0 0,0 0 0,0 0 1,-1 0-1,1 0 0,0 0 0,-1-1 0,1 1 1,0 0-1,0 0 0,-1 0 0,1-1 0,0 1 1,-1 0-1,1-1 0,0 0 0,0 0 89,0 1 0,0-1 1,0 0-1,0 0 0,-1 0 0,1 0 0,-1 1 0,1-1 0,0 0 0,-1 0 0,1 0 0,-1 0 0,0 0 1,1-1-1,-1 1 0,0 0 0,0 0 0,0 0 0,0 0 0,0 0 0,0 0 0,0 0 0,0 0 0,0-1 0,0 1 1,0 0-1,-1 0 0,1 0 0,0 0 0,-1 0 0,1 0 0,-1 0 0,1 0 0,-1 0 0,0 0 0,1 1 1,-1-1-1,0 0 0,0 0 0,0 0 0,1 1 0,-1-1 0,0 0 0,0 1 0,0-1 0,-1 0 0,-31-1 739,32 2-822,26 6-2574,-20-6 2426,-4 0 189,-1 0 1,1 1 0,-1-1 0,1 0-1,0 0 1,-1 0 0,1 0 0,-1 0-1,1 0 1,-1 0 0,1 0-1,-1 0 1,1 0 0,-1 0 0,1 0-1,-1 0 1,1-1 0,0 1 0,-1 0-1,1 0 1,-1-1 0,0 1 0,1 0-1,-1 0 1,1-1 0,-1 1-1,1-1 1,-1 1 0,0 0 0,1-1-1,-1 1 1,0-1 0,1 1 0,-1-1-1,0 1 1,0-1 0,0 1 0,1-1-1,-1 1 1,0-1 0,0 1-1,0-1 1,0 1 0,0-1 0,0 1-1,0-1 1,0 0 0,0 1 0,0-2-1,-27 2 1739,26 0-1759,0 0 1,0 0-1,0 0 1,0 0-1,0 1 0,1-1 1,-1 0-1,0 0 1,0 1-1,0-1 1,0 0-1,1 1 0,-1-1 1,0 1-1,0-1 1,1 1-1,-1-1 1,0 1-1,1 0 1,-1-1-1,0 1 0,1 0 1,-1 0-1,1-1 1,0 1-1,-1 0 1,1 0-1,-1 0 0,1-1 1,0 1-1,0 0 1,-1 0-1,1 0 1,0 0-1,0 0 1,0 0-1,0 0 0,0 0 1,0-1-1,0 1 1,1 0-1,-1 0 1,0 0-1,0 0 0,1 0 1,-1-1-1,0 1 1,1 0-1,0 1 1,0-2-37,-1 1 0,1 0 0,0-1 0,0 1 1,0-1-1,-1 1 0,1-1 0,0 1 0,0-1 1,0 1-1,0-1 0,0 0 0,0 0 0,0 1 1,0-1-1,0 0 0,0 0 0,0 0 1,0 0-1,0 0 0,0 0 0,0-1 0,0 1 1,0 0-1,1-1 0,1 1-23,-1-1 1,1 1-1,0-1 0,-1 1 1,1-1-1,-1 0 0,0 0 1,5-3-1,-6 2 122,1 1 0,-1-1 0,0 1-1,0-1 1,0 0 0,-1 0 0,1 1 0,0-1-1,0 0 1,-1 0 0,0 0 0,1 0 0,-1 0-1,0 0 1,0 0 0,0 0 0,0 0 0,0-3 0,-1 4 58,1-1 1,0 1-1,0 0 1,-1 0 0,1 0-1,-1 0 1,1 0 0,-1 0-1,0-1 1,1 1-1,-1 0 1,0 1 0,0-1-1,1 0 1,-1 0 0,0 0-1,0 0 1,0 1-1,0-1 1,0 0 0,0 1-1,0-1 1,0 1 0,-1-1-1,1 1 1,0 0-1,0-1 1,0 1 0,-3 0-1,0-1-215,-16 3 15,20-2-99,-1 0-1,1 0 0,-1 1 0,1-1 0,-1 0 1,1 1-1,-1-1 0,1 0 0,0 1 1,-1-1-1,1 1 0,0-1 0,-1 1 1,1-1-1,0 0 0,-1 1 0,1 0 0,0-1 1,0 1-1,0-1 0,-1 1 0,0 16-8832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01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100 126 7459,'0'0'4949,"-4"0"-1710,-6 2-2935,0 23-371,10-24 49,0-1 0,-1 1 1,1-1-1,0 1 0,0 0 1,0-1-1,-1 1 0,1-1 1,0 1-1,0 0 0,0-1 1,0 1-1,0 0 0,0-1 0,0 1 1,0 0-1,0-1 0,0 1 1,0 0-1,1-1 0,-1 1 1,0 0-1,0-1 0,1 1 1,-1-1-1,0 1 0,1-1 1,-1 1-1,1 0 0,-1-1 0,0 0 1,1 1-1,-1-1 0,1 1 1,0 0-1,2-2-96,0 1 0,0-1 0,0 1-1,-1-1 1,1 0 0,0 0 0,0 0 0,-1 0 0,1 0 0,-1-1-1,1 1 1,-1-1 0,0 0 0,1 0 0,-1 0 0,0 0 0,0 0-1,0 0 1,-1 0 0,1-1 0,0 1 0,-1-1 0,0 1 0,1-1-1,-1 0 1,1-2 0,0-2 97,0 1-1,0-1 0,0 0 1,-1 0-1,0 0 0,-1 1 1,1-1-1,-1 0 0,-1 0 0,-1-13 1,1 19 134,1-1 0,-1 0 0,1 1 0,-1-1 0,0 1 0,0 0 0,0-1 1,0 1-1,0 0 0,0-1 0,0 1 0,0 0 0,-1 0 0,1 0 0,0 0 0,-1 0 0,1 0 0,0 1 1,-1-1-1,1 0 0,-1 1 0,0-1 0,1 1 0,-1-1 0,-2 1 0,-47-3 2238,41 3-1735,9 0-611,0 1 1,0-1-1,0 1 1,0-1-1,0 1 1,0 0-1,1-1 1,-1 1-1,0 0 1,0 0-1,1 0 1,-1-1 0,1 1-1,-1 0 1,1 0-1,-1 0 1,1 0-1,-1 0 1,1 0-1,0 0 1,-1 0-1,1 0 1,0 0-1,0 0 1,0 0 0,0 1-1,0-1 1,0 0-1,0 0 1,1 1-1,1 38-134,-1-37 116,-1-1-1,1 1 1,0-1-1,-1 0 0,1 0 1,0 1-1,0-1 1,1 0-1,-1 0 0,0 0 1,1 0-1,-1 0 1,1 0-1,0-1 0,-1 1 1,1 0-1,0-1 1,0 0-1,0 1 0,0-1 1,0 0-1,0 0 1,5 2-1,1-1-58,-1 0 0,1 0 0,0-1 0,0 0 0,0 0-1,8-1 1,-15-1 68,0 1 0,0 0 0,0-1 1,0 1-1,0-1 0,-1 1 0,1-1 0,0 1 0,0-1 0,0 0 0,-1 1 0,1-1 0,0 0 0,-1 0 0,1 1 0,-1-1 0,1 0 0,-1 0 0,1 0 0,-1 0 0,1 0 0,-1 0 0,0 0 1,0 0-1,1 0 0,-1 0 0,0 0 0,0 0 0,0 0 0,0 0 0,0 0 0,-1-1 0,2-1 14,-1 1 0,0-1-1,-1 1 1,1-1 0,0 1 0,-1 0 0,1-1-1,-1 1 1,0-1 0,0 1 0,0 0 0,0-1-1,-2-1 1,0 1 28,0 0 1,-1 1-1,1 0 1,-1-1-1,1 1 0,-1 1 1,0-1-1,0 0 0,0 1 1,0 0-1,0 0 1,0 0-1,0 1 0,-1-1 1,1 1-1,-5 0 0,7 32-116,1-28-2,1 1 0,0 0 1,1-1-1,-1 1 0,1-1 1,0 1-1,3 7 0,-3-11 23,-1 0 1,1 0-1,0 0 0,-1 0 1,1 0-1,0-1 0,0 1 0,0 0 1,0 0-1,0-1 0,-1 1 1,1 0-1,1-1 0,-1 1 1,0-1-1,0 0 0,0 1 0,0-1 1,0 0-1,0 0 0,0 1 1,0-1-1,1 0 0,-1 0 0,0 0 1,0 0-1,0-1 0,0 1 1,1 0-1,-1 0 0,0-1 0,0 1 1,0-1-1,0 1 0,0-1 1,2 0-1,-2-1 29,1 1-1,-1 0 1,1-1 0,-1 1-1,0-1 1,0 1 0,0-1 0,0 0-1,0 0 1,0 1 0,0-1-1,0 0 1,-1 0 0,1 0-1,-1 0 1,1 0 0,-1 0 0,0 0-1,0 0 1,0-3 0,-1-43 64,1 46-22,-1 0 0,1 0 0,-1 0 0,0 0 0,1 1 0,-1-1 0,0 0 0,0 1 0,0-1-1,0 0 1,-1 1 0,1-1 0,0 1 0,-1 0 0,1-1 0,0 1 0,-1 0 0,0 0 0,1 0 0,-1 0-1,0 0 1,1 0 0,-1 1 0,0-1 0,0 0 0,0 1 0,-3-1 0,-3 0 164,0 0 0,0 0-1,0 1 1,0-1 0,-11 3 0,17-2-178,0 1 0,0-1 0,0 1 0,0 0-1,0-1 1,1 1 0,-1 0 0,0 0 0,1 0 0,-1 0 0,1 0 0,-1 1 0,1-1-1,-1 0 1,1 1 0,0-1 0,0 1 0,-1 0 0,1-1 0,1 1 0,-1 0 0,0 0-1,0-1 1,0 1 0,1 0 0,-1 0 0,1 3 0,-2 7-37,0-1-1,1 0 1,1 18 0,0-21 22,0-6-12,0-1-1,1 1 1,-1-1-1,0 1 1,1-1-1,-1 0 1,1 1-1,0-1 0,-1 0 1,1 1-1,0-1 1,0 0-1,0 0 1,0 0-1,0 0 1,0 0-1,0 0 1,0 0-1,0 0 0,0 0 1,1 0-1,-1-1 1,0 1-1,1 0 1,-1-1-1,0 1 1,1-1-1,-1 0 1,1 1-1,-1-1 0,1 0 1,-1 0-1,1 0 1,-1 0-1,1 0 1,-1 0-1,2-1 1,1 1-41,-1 0 1,1 0-1,-1-1 1,1 1-1,-1-1 1,0 0-1,1 0 1,-1 0-1,0 0 1,1-1-1,-1 1 1,0-1 0,0 0-1,0 0 1,3-3-1,-3 1 102,0 0-1,0-1 1,-1 1-1,0-1 1,1 1-1,-2-1 1,1 0-1,0 1 1,-1-1-1,0 0 1,0 0-1,0 0 1,-1 0-1,0 0 1,0-6-1,0 10 56,-1 0 0,0 0-1,1 1 1,-1-1-1,0 0 1,1 0-1,-1 1 1,0-1-1,0 0 1,0 1-1,0-1 1,1 1-1,-1-1 1,0 1-1,0-1 1,0 1 0,0 0-1,0-1 1,0 1-1,0 0 1,0 0-1,0 0 1,0 0-1,0 0 1,0 0-1,0 0 1,-1 0-1,0 1 1,-1-1-51,1 0-1,0 0 1,0 0 0,-1 0 0,1 0 0,0 1-1,0-1 1,0 1 0,-1 0 0,1 0-1,0 0 1,0 0 0,-3 2 0,3-1-105,1 1 1,-1-1 0,1 1 0,0-1-1,0 1 1,0-1 0,0 1 0,0 0 0,0 0-1,1-1 1,-1 1 0,1 0 0,0 0-1,0 0 1,0 0 0,0-1 0,1 1-1,-1 0 1,1 0 0,-1 0 0,1-1 0,0 1-1,0 0 1,0-1 0,1 1 0,-1-1-1,1 1 1,-1-1 0,1 0 0,0 0-1,0 0 1,0 1 0,0-2 0,0 1 0,0 0-1,0 0 1,1-1 0,-1 1 0,1-1-1,-1 0 1,1 0 0,3 1 0,-2 0 7,0-2 1,0 1-1,0 0 1,1-1 0,-1 0-1,0 0 1,0 0-1,1 0 1,-1-1-1,8-2 1,-11 3 112,1-1 0,-1 0 1,1 0-1,-1 0 0,0 0 0,1 0 1,-1 0-1,0-1 0,0 1 0,1 0 1,-1-1-1,0 1 0,-1-1 1,1 1-1,0-1 0,0 1 0,0-1 1,-1 0-1,1 1 0,-1-1 0,0 0 1,1 1-1,-1-1 0,0 0 0,0 0 1,0 1-1,0-4 0,0 3 141,0-1-1,0 1 0,0-1 1,0 1-1,0-1 0,-1 1 1,1-1-1,-1 1 0,0 0 1,-2-5-1,3 6-209,-1 0 0,0 1 0,0-1 1,0 0-1,0 1 0,0-1 0,0 1 0,0-1 0,0 1 0,0 0 1,-1-1-1,1 1 0,0 0 0,0 0 0,0 0 0,0 0 1,0 0-1,-1 0 0,1 0 0,0 0 0,0 0 0,0 0 0,0 1 1,0-1-1,0 0 0,-2 2 0,-20 9-3612,-3 8-5925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07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12 1985,'0'0'5973,"2"-11"1748,-2 12-7735,0 1 1,0 0-1,0-1 0,0 1 0,0-1 1,1 1-1,-1 0 0,1-1 1,-1 1-1,1-1 0,-1 1 0,1-1 1,0 0-1,0 1 0,0-1 0,0 0 1,0 1-1,0-1 0,0 0 0,0 0 1,0 0-1,1 0 0,-1 0 0,0 0 1,1 0-1,-1-1 0,1 1 0,-1 0 1,1-1-1,-1 1 0,1-1 0,-1 1 1,1-1-1,-1 0 0,1 0 1,0 0-1,-1 0 0,1 0 0,2 0 1,-5-18 407,-2 16-361,0 0 0,0 1 0,1 0 0,-1 0 0,-1 0 0,1 0 0,0 0 1,0 1-1,0-1 0,0 1 0,-1 0 0,1 0 0,0 0 0,-5 1 0,-1-1-11,10 30-203,1-29 153,1 1 0,-1 0 1,0-1-1,1 0 0,-1 1 1,0-1-1,1 0 0,0 0 0,-1-1 1,1 1-1,-1 0 0,1-1 1,0 0-1,-1 1 0,4-1 1,-5-2 58,-1 1 1,0-1 0,0 1-1,0-1 1,0 1 0,0-1-1,-1 1 1,1-1 0,0 1-1,-1-1 1,1 1 0,-1 0-1,1-1 1,-2-2 0,0 3-18,1 0 0,-1 0 0,0 0 1,1 0-1,-1 0 0,0 1 1,0-1-1,0 1 0,0-1 0,1 1 1,-1-1-1,0 1 0,0 0 1,0 0-1,0 0 0,0 0 0,0 0 1,0 0-1,-2 1 0,3-1-17,0 1 0,0-1-1,0 1 1,0-1-1,0 1 1,0 0 0,0-1-1,0 1 1,0 0-1,0-1 1,0 1 0,0 0-1,0 0 1,0 0 0,1 0-1,-1 0 1,0 0-1,1 0 1,-1 0 0,1 0-1,-1 0 1,1 1-1,0-1 1,-1 0 0,1 0-1,0 0 1,0 1-1,0-1 1,0 2 0,0-2 7,-1 1-18,1 0 0,0 0 1,0 0-1,0 0 0,0 0 0,1 0 0,-1 0 1,0 0-1,1 0 0,-1 0 0,2 3 0,0-4 3,-1-1 0,0 1 0,0 0 0,1-1 0,-1 0-1,0 1 1,1-1 0,-1 0 0,0 1 0,1-1 0,-1 0-1,0 0 1,1 0 0,-1 0 0,0 0 0,1 0 0,-1-1-1,3 0 1,-4 1 16,1 0-1,0 0 0,0-1 1,0 1-1,-1-1 1,1 1-1,0 0 1,0-1-1,-1 1 1,1-1-1,0 0 0,-1 1 1,1-1-1,-1 1 1,1-1-1,-1 0 1,1 0-1,-1 1 0,1-1 1,-1 0-1,0 0 1,1 1-1,-1-1 1,0 0-1,0-1 1,1 2 15,-1-1 1,0 0 0,0 1 0,0-1 0,0 1 0,0-1 0,0 1 0,0-1 0,0 1 0,0-1 0,0 1-1,-1-1 1,1 1 0,0-1 0,0 1 0,0-1 0,-1 1 0,1-1 0,0 1 0,0 0 0,-1-1 0,1 1 0,0-1-1,-1 1 1,1 0 0,-1-1 0,1 1 0,0 0 0,-1-1 0,1 1 0,-1 0 0,1 0 0,-1 0 0,1-1 0,-1 1-1,1 0 1,-1 0 0,1 0 0,-1 0 0,1 0 0,-1 0 0,1 0 0,-1 0 0,0 0 0,-3 0 118,-20 0 137,24-1-279,-1 1 0,1 0-1,0 0 1,-1 0 0,1 0 0,0 0 0,-1 0-1,1 0 1,0 0 0,0 0 0,-1 0 0,1 0-1,0 0 1,-1 0 0,1 0 0,0 1 0,0-1 0,-1 0-1,1 0 1,0 0 0,-1 0 0,1 0 0,0 1-1,0-1 1,-1 0 0,1 0 0,0 0 0,0 1 0,0-1-1,0 0 1,-1 0 0,1 1 0,0-1 0,0 0-1,0 1 1,0-1 0,0 0 0,0 0 0,-1 1-1,1-1 1,0 0 0,0 1 0,0-1 0,0 0 0,0 1-1,0-1 1,0 0 0,0 0 0,0 1 0,1-1-1,-1 0 1,0 1 0,0-1 0,0 0 0,0 0 0,0 1-1,0-1 1,1 0 0,-1 1 0,4 0-42,0 0 0,0-1-1,0 1 1,0-1 0,0 0 0,0 0 0,0 0 0,0 0 0,0-1-1,0 0 1,5-1 0,-9 2 101,1-1 0,-1 0 0,1 1-1,-1-1 1,0 1 0,1-1 0,-1 0-1,0 1 1,1-1 0,-1 0 0,0 1 0,0-1-1,0 0 1,0 0 0,0 1 0,0-1-1,0 0 1,0 0 0,0 1 0,0-1 0,0 0-1,0 1 1,0-1 0,-1 0 0,1 1-1,0-1 1,-1 0 0,1 0 0,-1 0 30,-1 0 0,1 0 0,0 0 0,0 0 0,0 0 0,0 0 0,-1 1 0,1-1 0,0 0 0,-1 1 0,1-1 0,0 1 0,-3-1 0,2 1-69,0-1 0,0 1 0,0-1 0,0 1 1,0 0-1,0 0 0,0 0 0,-1 0 0,1 0 1,0 1-1,0-1 0,0 1 0,0-1 0,0 1 1,0 0-1,0-1 0,1 1 0,-1 0 1,0 0-1,-1 2 0,-4 11-2901,1 2-5149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1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0 4258,'0'0'10527,"0"0"-10376,-1 0-1,1 0 0,-1 1 0,1-1 0,-1 0 0,1 0 0,0 0 0,-1 0 0,1 1 1,-1-1-1,1 0 0,-1 1 0,1-1 0,0 0 0,-1 1 0,1-1 0,0 0 0,-1 1 1,1-1-1,0 1 0,0-1 0,-1 0 0,1 1 0,0-1 0,0 1 0,0-1 0,0 1 1,-1-1-1,1 1 0,0 1-151,-1 4-41,1 0 0,0-1 0,0 1 0,0 0 0,0 0-1,3 9 1,-2-14 31,-1 1-1,1-1 0,0 1 1,0-1-1,0 0 1,-1 0-1,1 1 1,1-1-1,-1 0 0,0 0 1,0 0-1,0 0 1,0 0-1,1-1 1,-1 1-1,0 0 0,1 0 1,-1-1-1,1 1 1,-1-1-1,1 1 0,-1-1 1,1 0-1,-1 0 1,1 0-1,-1 1 1,1-1-1,-1-1 0,3 1 1,-4-1 22,0 1 0,1-1 0,-1 1 0,0-1 0,0 0 0,1 1 0,-1-1 1,0 0-1,0 0 0,0 1 0,0-1 0,0 0 0,0 1 0,0-1 0,0 0 0,0 1 0,0-1 0,0 0 0,-1 0 0,1 1 1,0-1-1,0 1 0,-1-1 0,1 0 0,-1 0 0,0 0 20,1 0 0,-1-1 0,0 1 0,1 0 0,-1 0 0,0 0 0,0 1 0,0-1 0,0 0 0,0 0 1,0 0-1,0 1 0,0-1 0,0 0 0,0 1 0,-1-1 0,1 1 0,0 0 0,0-1 0,0 1 0,-1 0 0,1 0 0,0-1 0,-2 1 0,2 1-22,0-1 1,0 1-1,0 0 0,0-1 0,0 1 0,0 0 0,0 0 0,0 0 0,1 0 1,-1 0-1,0 0 0,1 0 0,-1 0 0,0 0 0,1 0 0,0 0 1,-1 0-1,1 0 0,0 0 0,-1 0 0,1 0 0,0 1 0,0-1 1,0 0-1,0 2 0,-2 60-121,2-63 89,1 1 1,-1-1-1,1 0 1,0 1-1,-1-1 1,1 1-1,-1-1 1,1 0-1,0 0 1,-1 0-1,1 1 1,0-1-1,-1 0 0,1 0 1,0 0-1,0 0 1,-1 0-1,1 0 1,0 0-1,-1 0 1,1 0-1,0 0 1,1-1-1,18-3-466,-17 1 477,0 0-1,0 1 1,-1-1 0,1 0-1,-1 0 1,1 0 0,-1-1-1,0 1 1,0 0 0,-1-1-1,1 1 1,-1-1 0,0 0-1,0 0 1,0 1 0,0-1-1,-1 0 1,1 0-1,-1 0 1,0 0 0,0 0-1,0 1 1,-2-7 0,1 9 40,0 0 0,0 0-1,0 0 1,0 0 0,0 1 0,0-1 0,0 0 0,0 0-1,0 1 1,-1-1 0,1 1 0,0-1 0,0 1 0,-1 0 0,1-1-1,0 1 1,-1 0 0,1 0 0,0 0 0,-1 0 0,-1 0 0,-34 2 244,33-2-250,0 1-19,0 0 0,0 0 0,0 0 0,1 0 0,-1 1-1,0-1 1,1 1 0,0 0 0,-1 0 0,1 1 0,0-1 0,0 1 0,0-1 0,0 1 0,0 0 0,-3 5 0,3-4-7,0 1 0,0-1 0,1 0 0,-1 1 0,1 0 1,0 0-1,0 0 0,1-1 0,-1 2 0,1-1 1,0 0-1,0 7 0,1-11-2,1 0 1,-1-1-1,1 1 0,0 0 1,-1-1-1,1 1 1,0-1-1,0 1 0,-1 0 1,1-1-1,0 0 1,0 1-1,0-1 0,0 0 1,-1 1-1,1-1 0,0 0 1,0 0-1,0 1 1,0-1-1,0 0 0,0 0 1,0 0-1,0 0 1,0-1-1,1 1 0,28-3-293,-27 2 274,-1 0 0,1 0 0,0 0 0,-1 0-1,1-1 1,-1 1 0,0-1 0,1 0 0,-1 1 0,0-1 0,0 0 0,0-1 0,0 1-1,-1 0 1,1 0 0,2-5 0,-11 6 834,-53 2-110,59-1-697,1 0 1,0 0-1,0 0 1,-1 0 0,1 0-1,0 0 1,-1 0 0,1 0-1,0 0 1,-1 0 0,1 0-1,0 0 1,0 0 0,-1 1-1,1-1 1,0 0 0,0 0-1,-1 0 1,1 0 0,0 1-1,0-1 1,-1 0 0,1 0-1,0 0 1,0 1-1,0-1 1,0 0 0,-1 0-1,1 1 1,0-1 0,0 0-1,0 1 1,0-1 0,0 0-1,0 0 1,0 1 0,0-1-1,0 0 1,0 1 0,0-1-1,0 0 1,0 1 0,0-1-1,0 0 1,0 0 0,0 1-1,0-1 1,0 1-1,1-1-6,-1 1-1,1 0 0,-1 0 0,1-1 0,-1 1 0,1 0 1,-1-1-1,1 1 0,-1-1 0,1 1 0,0-1 0,0 1 0,-1-1 1,1 1-1,0-1 0,-1 0 0,3 1 0,10 1-149,0 0-1,0-2 0,23 0 1,-12 0-458,-24 0 603,1 0-1,0-1 1,0 1-1,-1 0 1,1 0 0,0 0-1,0-1 1,-1 1-1,1 0 1,0-1-1,-1 1 1,1-1-1,0 1 1,-1-1-1,1 1 1,0-1 0,-1 1-1,1-1 1,-1 1-1,1-1 1,-1 0-1,0 1 1,1-1-1,-1 0 1,0 0-1,1 1 1,-1-1 0,0 0-1,0 0 1,0 1-1,1-1 1,-1 0-1,0 0 1,0 0-1,0 1 1,0-1-1,-1-1 1,1 0 47,0 0 0,0 1 0,0-1 0,-1 0-1,1 1 1,0-1 0,-1 0 0,0 1 0,1-1 0,-1 0 0,0 1 0,0-1 0,0 1 0,0 0-1,0-1 1,0 1 0,-2-2 0,-1 1 75,0 0 0,-1 0 0,0 0 0,1 0 0,-1 1 0,0 0 0,0 0 0,0 0 0,0 1 0,0 0 0,0 0 0,-6 0 0,3 0 14,8 2-130,-1-1 0,1 0 0,-1 0 0,1 0 1,-1 0-1,1 1 0,0-1 0,-1 0 1,1 0-1,0 0 0,0 1 0,0-1 1,0 0-1,0 0 0,0 1 0,0-1 0,1 0 1,-1 0-1,0 1 0,1-1 0,-1 0 1,1 0-1,-1 0 0,1 0 0,1 2 0,2-1-23,-1 0 0,1-1 0,0 1 0,0-1-1,0 0 1,1 0 0,-1-1 0,0 1 0,0-1-1,0 0 1,0 0 0,0-1 0,1 1-1,4-2 1,-3 1-30,-1 0-1,0 0 1,0-1 0,-1 0-1,1 0 1,0 0 0,0 0-1,-1-1 1,0 1-1,1-1 1,4-5 0,-8 7 60,0 0 1,0 0 0,1 0-1,-1 0 1,0 0 0,0 0-1,-1-1 1,1 1 0,0 0 0,0-1-1,-1 1 1,1-1 0,-1 1-1,1 0 1,-1-1 0,1 0-1,-1 1 1,0-1 0,0 1-1,0-1 1,0 1 0,0-1-1,0 1 1,0-1 0,0 1 0,-2-4-1,1 4 43,0-1 0,0 1-1,0 0 1,0-1-1,-1 1 1,1 0 0,0 0-1,-1 0 1,1 0 0,-1 0-1,1 0 1,-1 1-1,0-1 1,1 0 0,-1 1-1,0-1 1,0 1 0,1 0-1,-1-1 1,0 1 0,-3 0-1,1 0 6,0-1 0,-1 1 0,1 0-1,0 0 1,-1 1 0,1-1 0,0 1 0,-1 0-1,-5 2 1,8-1-54,1-1 1,-1 0-1,0 1 0,1-1 1,-1 1-1,1 0 0,-1-1 1,1 1-1,0 0 0,0 0 1,0 0-1,0 0 0,0 0 1,0 0-1,0 0 0,1 0 1,-1 0-1,1 0 0,0 0 1,-1 3-1,0 2-46,0-1 0,0 0 0,1 0 0,0 0 0,0 0 0,0 0 0,2 7 0,-2-12 23,1 0 1,0-1-1,-1 1 1,1 0-1,0-1 0,0 1 1,0 0-1,0-1 1,0 1-1,0-1 0,0 0 1,0 1-1,0-1 1,0 0-1,0 1 1,0-1-1,0 0 0,0 0 1,0 0-1,0 0 1,0 0-1,0 0 0,0 0 1,0 0-1,0-1 1,0 1-1,0 0 1,1-1-1,0 1-7,-1 0-1,1-1 1,0 1 0,-1-1 0,1 1-1,0-1 1,-1 0 0,1 1-1,-1-1 1,1 0 0,-1 0 0,1 0-1,-1 0 1,0 0 0,0 0 0,1-1-1,0 0 1,-2 1 55,1 0 0,-1-1 0,0 1 0,1 0 0,-1 0 0,0 0 0,0 0 0,0-1 0,0 1-1,0 0 1,0 0 0,0 0 0,0 0 0,0-1 0,-1 1 0,1 0 0,0 0 0,-1 0 0,1 0 0,-1 0 0,1 0 0,-1 0 0,-1-2 0,1 2 70,-1-1 0,0 1 1,0 0-1,1 0 1,-1 0-1,0 0 0,0 0 1,0 0-1,0 0 1,0 1-1,0-1 0,-3 1 1,-6-2 353,0 2 0,0-1 0,-21 4 1,30-3-448,1 1 0,-1-1 0,1 1 0,0 0 0,-1-1 0,1 1 0,0 0 0,-1 0-1,1 0 1,0 0 0,0 0 0,0 1 0,0-1 0,0 0 0,0 0 0,0 1 0,0-1 0,0 0 0,1 1 0,-1-1 0,1 1 0,-1-1 0,1 1 0,-1-1 0,1 1 0,0-1 0,0 1 0,0 1 0,-1 1-153,1 0-1,-1 1 1,1-1-1,0 0 1,1 0-1,-1 0 1,1 0-1,0 0 1,0 0-1,1 5 1,0-7-246,-1 0-1,1 0 1,-1 0 0,1-1-1,0 1 1,0 0 0,0-1-1,3 3 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15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1098 7331,'0'0'6147,"6"0"-2620,24 2-3401,-13-3 23,1 0 1,-1-1-1,1-1 1,-1-1 0,20-7-1,81-36 163,3-1-81,-105 45-205,-1-1-1,1 2 1,23-1-1,-26 2-21,1 0 0,-1 0 0,1-2 0,-1 0 0,15-4 0,270-94 36,-107 35-56,-94 37-44,106-25 120,-48 19-40,73-12 130,-126 26-100,125-41-1,-191 51-41,87-36 87,-88 32-46,1 1 1,54-14-1,94-21-27,-68 16-15,4 7-21,39-13 15,-109 26-4,0 1 0,1 3 1,0 2-1,67-1 0,-81 5 18,67-14 0,-70 10-19,0 1-1,53-2 0,-57 7 11,0-2-1,0-2 0,0 0 0,28-11 0,-9 4-1,-9 3-2,-18 5 1,1-2-1,-1 0 1,0-2 0,26-12 0,-24 9-3,0 0 0,0 2 0,2 1 0,-1 1 0,1 1 0,-1 1 0,2 1 0,-1 2 0,41 0 0,-62 2 1,15 1-5,-1-1-1,1-1 1,0-1 0,0-1-1,-1 0 1,21-7-1,-36 8 8,0 1-1,1-1 0,-1 1 1,1 0-1,-1 1 0,8-1 0,-12 1-1,0-2-2,-10 2-2240,-15 0-4932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17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13 960,'0'0'6713,"0"-13"-1103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19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1 144,'0'0'9354,"0"2"-9470,-7 9 7709,4-9-6848,-57-2 3708,66 0-4418,175-1 103,197 2-119,-100 2-17,-101-3-17,195 25 1,176 66-36,-454-77 74,175 4 1,-41-5-13,2 3 33,-90-7-47,-77-6-13,74 11 0,-131-13 15,301 46-53,-282-45 53,384 23-45,-338-22-137,-46-1 76,1-1 0,-1-2 0,48-6 0,-40 3 106,-1 2 0,1 0 0,43 5 0,-4-1 0,-53-2 4,-1 0 1,0-1 0,0 0-1,-1-2 1,1 0-1,23-8 1,7-2-2158,-58 13-1905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20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53 2321,'0'0'2022,"-7"0"-1958,4 0-182,-32 2 836,32-2-612,0 0 0,0-1 0,1 1 0,-1 0 0,0-1 0,0 1 1,1-1-1,-1 0 0,0 0 0,1 0 0,-5-9 11909,9 6-9127,-1-3-4831,-1-20-1760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21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1457,'0'0'6899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21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9060,'-107'34'1201,"107"-36"287,0-2-303,0-1-785,0 3-256,0 0-144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2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6467,'0'0'6195,"0"1"-6003,2-1-112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2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4530,'21'-40'12168,"-19"43"-11986,0-1 0,0 1 0,0-1 0,0 1 0,0-1 0,-1 1 0,1 0 0,-1 0-1,0 0 1,0 0 0,0 0 0,1 5 0,0-2 116,9 17-146,1-1 0,0 0 1,2 0-1,17 20 0,-8-9-17,129 148 414,-107-131-503,-38-42-36,36 40 37,-2 1-1,40 64 1,-68-92-36,7 10 2,-1 1 0,-2 1 1,20 53-1,-5 15 42,7 22 107,65 140-1,44 45 85,3-38-230,-32-113-38,-62-85 28,3 5-3,104 143 10,-117-155-31,104 109 1,-44-55 4,28 50 32,44 51 10,-88-109 150,78 123 0,-122-166-102,147 244 191,-5-6-173,-36-72-77,-9-42 0,-97-132-17,226 332-26,-269-386 21,58 96 10,60 135 1,-73-113 37,-38-90-27,2 0 0,2 0 0,34 58 0,91 146 65,0 0-57,143 231-4,-234-380-7,54 108-1,-43-65 5,-19-46 0,38 121-1,-54-134 6,3-2 1,4 0-1,74 122 1,-13-45-41,91 149-31,15 85 59,-158-309 26,-41-66-215,-6-6-3981,-10-3-6855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30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15511,'0'0'352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36.3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 16904,'0'0'4447,"1"5"-4364,16 62 698,-2 0 1,7 90-1,-5 143 1211,-14-245-1537,-2-30-55,-1-25-355,0 0 1,0-1 0,0 1-1,0 0 1,0 0 0,0 0 0,0 0-1,1 0 1,-1 0 0,0 0-1,0 0 1,0 0 0,0 0-1,0 0 1,0 0 0,0 0 0,0 0-1,0 0 1,1-42 834,-21-216-486,-1-2-409,21 110 949,0 150-713,4 1-211,0-1 0,0 1 0,0 0 0,-1 1 0,1-1 0,0 1 0,-1-1 0,1 1-1,-1 0 1,1 0 0,-1 1 0,4 2 0,40 38 46,-33-29-38,165 180 255,23 21 414,-195-209-1081,-5-6-1828,-5-5-1805,-11-12-3480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36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0 405 11733,'0'0'14804,"6"-7"-14027,32-37-172,2 2 0,79-63 1,-82 73-304,-3 3-13,-7 4-81,1 1 1,1 1-1,1 2 1,56-31-1,-69 52-5685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37.5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3 14311,'0'0'9855,"-2"-2"-8892,4 4-717,50 53 1145,51 70 0,-68-66-948,-2 0 0,30 74 0,-62-130-374,-1-2-37,0 0 1,1 0-1,-1 0 1,0 0 0,0 0-1,1 0 1,-1-1 0,1 1-1,-1 0 1,1 0 0,-1-1-1,1 1 1,0 0-1,-1-1 1,1 1 0,0 0-1,-1-1 1,1 1 0,0-1-1,0 1 1,1 0 680,-6-12-612,-1 4-318,-32-56-3398,20 15-2739,10 3-4750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38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54 317 15511,'0'0'7804,"-8"-18"-6948,-26-59-125,32 70-616,0 0 0,0 0-1,0 0 1,1 0 0,0-1-1,0 1 1,1 0 0,0 0 0,0-1-1,0 1 1,1 0 0,4-13-1,-4 13-94,2 1 0,-1 1 0,1-1 0,0 0 0,0 1-1,0-1 1,1 1 0,0 0 0,0 0 0,0 0 0,0 1 0,1-1-1,0 1 1,0 0 0,0 0 0,1 1 0,7-4 0,-6 3-21,0 1 0,0 0 0,0 0-1,0 1 1,0-1 0,1 2 0,-1-1 0,1 1 0,-1 0 0,1 1 0,-1 0 0,1 0 0,0 1 0,9 1 0,-13-1-5,-1 1 0,0 0 0,1-1 0,-1 1 0,0 0 1,0 1-1,0-1 0,0 0 0,0 1 0,0 0 0,-1 0 0,1 0 0,-1 0 0,0 0 0,0 0 1,0 0-1,0 1 0,-1-1 0,1 1 0,1 6 0,1 4-11,0 1 0,-1 0 0,2 28 0,-4-32 15,2 25-9,-3 43 0,0-70 16,-1-1 1,1 1-1,-2-1 0,1 0 1,-2 0-1,1 0 0,-1 0 1,0 0-1,0 0 0,-1-1 1,-5 9-1,9-15 8,-1-1-1,1 1 1,0-1 0,-1 1-1,1 0 1,0-1 0,-1 1-1,1-1 1,-1 1 0,1-1-1,-1 0 1,1 1 0,-1-1-1,1 1 1,-1-1 0,1 0-1,-1 1 1,0-1 0,1 0 0,-1 0-1,1 1 1,-1-1 0,0 0-1,1 0 1,-1 0 0,-1 0-1,-2-14 261,9-25-122,-2 35-155,-1 0 0,1 0 0,-1 0 1,1 1-1,0-1 0,1 1 1,-1 0-1,0 0 0,1 0 0,0 0 1,0 1-1,0-1 0,0 1 1,0 0-1,0 0 0,0 1 0,1-1 1,8-1-1,4-1-13,0 2 0,1-1 0,29 2 0,-42 0 13,1 1 0,-1 0 0,1 1 1,-1-1-1,0 1 0,1 0 0,-1 0 0,0 1 1,0 0-1,0-1 0,0 2 0,0-1 1,0 1-1,-1-1 0,1 1 0,-1 1 0,0-1 1,0 0-1,0 1 0,0 0 0,-1 0 0,1 0 1,-1 1-1,0-1 0,0 1 0,-1-1 1,1 1-1,-1 0 0,0 0 0,1 6 0,0 0 13,-1 0-1,0 0 0,-1 0 0,0 1 0,-1-1 0,0 0 0,-1 1 0,0-1 1,-1 0-1,0 0 0,-1 0 0,0 0 0,0 0 0,-1-1 0,-1 1 1,0-1-1,0 0 0,-1-1 0,-1 1 0,1-1 0,-14 14 0,9-12 228,-1-1-1,0 0 1,0 0-1,-1-2 1,0 1-1,0-2 0,-1 0 1,0 0-1,0-2 1,-1 1-1,0-2 1,0 0-1,0-1 0,0 0 1,-23 0-1,23-2 65,-9 0 415,-39-2-1,63 1-779,-1 0 1,1-1-1,-1 1 0,1 0 1,-1 0-1,1 0 1,-1 0-1,1-1 0,0 1 1,-1 0-1,1 0 0,-1-1 1,1 1-1,0 0 1,-1-1-1,1 1 0,0 0 1,-1-1-1,1 1 0,0-1 1,0 1-1,-1 0 0,1-1 1,0 1-1,0-1 1,0 1-1,0-1 0,-1 1 1,1-1-1,0 1 0,0-1 1,0 1-1,0-1 0,0 1 1,0-1-1,0 1 1,0-1-1,1 1 0,-1-1 1,0 1-1,0 0 0,0-1 1,0 1-1,1-1 1,-1 1-1,0-1 0,0 1 1,1 0-1,-1-1 0,0 1 1,1 0-1,-1-1 0,1 0 1,17-22-4672,-18 23 4740,24-27-6509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39.2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274 69 10053,'0'0'11669,"-18"-11"-10402,-59-32-114,74 41-1025,0 0 0,0 0 0,-1 1 0,1-1 1,-1 1-1,1 0 0,-1 0 0,1 0 0,-1 1 0,0-1 0,1 1 1,-1 0-1,0 0 0,1 0 0,-1 0 0,-3 2 0,-5-1 247,9 0-336,0 0 1,0 0-1,0 0 0,0 1 0,1-1 1,-1 1-1,0-1 0,0 1 1,1 0-1,0 0 0,-1 0 1,1 1-1,0-1 0,0 0 0,0 1 1,0 0-1,0-1 0,1 1 1,-3 5-1,-4 8-2,2 0 0,-7 20-1,12-34-22,-5 18 8,1-1 0,0 1 0,1 0 1,2 1-1,0-1 0,1 0 0,2 30 1,0-42-18,0 0 1,0-1 0,0 1-1,1-1 1,1 1 0,-1-1 0,1 0-1,0 0 1,1 0 0,-1 0-1,1-1 1,1 1 0,-1-1 0,1 0-1,0-1 1,1 1 0,-1-1-1,1 0 1,0 0 0,0 0 0,1-1-1,9 5 1,-2-4 115,-1-1 1,0 0-1,1-1 0,0 0 1,0-1-1,-1 0 0,1-2 1,0 1-1,0-2 0,0 0 1,0 0-1,0-2 0,0 1 1,0-2-1,-1 0 0,0 0 1,0-2-1,0 1 0,0-2 1,-1 1-1,0-2 0,-1 0 1,1 0-1,16-17 1,-22 18-843,-6 6 480,0 1 0,1 0 1,-1 0-1,0-1 0,0 1 1,0 0-1,1 0 0,-1-1 1,0 1-1,0 0 0,1 0 1,-1 0-1,0 0 0,0-1 1,1 1-1,-1 0 0,0 0 1,1 0-1,-1 0 0,0 0 0,1 0 1,-1 0-1,0 0 0,1 0 1,-1 0-1,0 0 0,0 0 1,1 0-1,-1 0 0,0 0 1,1 0-1,13 0-10807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40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14983,'0'0'8257,"6"11"-8145,8 18 21,12 22 637,-2 0 1,-2 1-1,16 64 1,-33-104-139,-4-19-889,-1-22-4352,-5 4-2693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2:40.8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78 256,'0'0'22869,"23"-10"-22781,-5 1-70,4-1 6,-1 1 1,1 1 0,1 0-1,-1 2 1,45-7 0,-42 11 7,1 0 1,-1 1-1,1 2 1,-1 1 0,1 1-1,41 10 1,-57-10-29,0 0 0,0 1 0,0 0 0,-1 1 1,1 0-1,-1 0 0,-1 1 0,1 0 0,-1 1 0,0 0 0,0 0 1,-1 1-1,0 0 0,0 0 0,-1 0 0,0 1 0,-1 0 0,9 18 1,-9-14 118,-1 0 0,0 1 1,-1-1-1,-1 1 0,0 0 1,0 0-1,-2 0 0,1 0 1,-2-1-1,0 1 0,-1 0 1,0 0-1,-1 0 0,0-1 1,-2 0-1,1 0 0,-13 25 1,-8 8 691,-3 0 0,-1-2 1,-46 54-1,68-89-734,-24 32 623,-2-2 0,-2-1-1,-2-1 1,-48 37 0,78-68-1067,-10 5 891,3-8-5565,15-8-664,0-20-6632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58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1713 9652,'0'0'6587,"-3"0"-6069,1 0-489,-7 1 473,9-2-487,0 1 0,-1 0 0,1-1 0,0 1 0,0-1 1,0 1-1,1 0 0,-1-1 0,0 1 0,0-1 0,0 1 0,0 0 0,0-1 0,0 1 1,1-1-1,-1 1 0,0 0 0,0-1 0,0 1 0,1 0 0,-1-1 0,0 1 1,1 0-1,-1 0 0,0-1 0,1 1 0,-1 0 0,0 0 0,1 0 0,-1-1 1,0 1-1,1 0 0,-1 0 0,0 0 0,1 0 0,642-461 1020,35 50-757,-586 357-230,109-65-29,791-436 18,-957 538-43,15-8 5,100-35 0,-150 60 4,1 0 0,-1 0 0,1 0 0,0 0 0,-1 0 1,1 0-1,0 0 0,-1 0 0,1 0 0,0 0 0,-1 1 0,1-1 0,-1 0 1,1 0-1,0 1 0,-1-1 0,1 0 0,-1 1 0,1-1 0,-1 0 0,1 1 1,-1-1-1,1 1 0,-1-1 0,0 1 0,1-1 0,-1 1 0,0 0 0,1-1 1,-1 1-1,0-1 0,0 1 0,1 0 0,-1-1 0,0 1 0,0-1 0,0 1 1,0 0-1,0-1 0,0 1 0,0 0 0,0-1 0,0 2 0,0 39 270,-1-26-163,5 155 895,39 267-1,13-124-370,13-3 0,181 501 0,-174-632-299,-42-103-103,-3 2-1,35 130 1,-61-181-212,-1 0 0,0 0 0,-2 0 0,-2 0 0,-4 48 0,3-69-18,0 1 1,-1-1-1,0 0 0,0-1 1,0 1-1,-1 0 0,1-1 0,-1 1 1,-1-1-1,1 0 0,-1 0 1,-5 5-1,2-3 6,-1 1 1,0-2-1,-1 1 0,1-1 0,-1-1 1,-15 8-1,-8 0 8,0-1 1,-2-2 0,-42 8-1,68-16-18,-118 25 10,-265 63 35,4 26-38,-156 121-3,18 41 11,96-49-7,351-188-9,-189 86 4,256-123 16,-1 1 0,1-2 0,-1 0 0,0 0 1,0-1-1,-17 1 0,27-3-12,0 0 1,0 0-1,-1 0 0,1 0 0,0-1 1,0 1-1,0 0 0,0-1 1,0 0-1,0 1 0,0-1 1,0 0-1,1 0 0,-1 0 1,0 0-1,0 0 0,-1-2 1,-1-2 5,1 1 1,-1-1 0,1 1-1,0-1 1,-3-8-1,-13-33 13,2 0-1,2 0 0,2-2 1,-11-74-1,15 74-22,-69-391 49,-26-130 25,81 454-67,-49-215 19,72 330-35,0 0 1,0 0-1,0 0 0,0 0 1,0 0-1,0 0 1,0 0-1,0 0 0,0 0 1,0 0-1,0 0 1,0 1-1,0-1 1,0 0-1,0 0 0,0 0 1,-1 0-1,1 0 1,0 0-1,0 0 0,0 0 1,0 0-1,0 0 1,0 0-1,0 0 1,0 1-1,0-1 0,0 0 1,0 0-1,0 0 1,0 0-1,0 0 0,0 0 1,0 0-1,-1 0 1,1 0-1,0 0 1,0 0-1,0 0 0,0 0 1,0 0-1,0 0 1,0 0-1,0 0 0,0 0 1,0 0-1,-1 0 1,1 0-1,0 0 1,0 0-1,0 0 0,0 0 1,0 0-1,0 0 1,0 0-1,0 0 0,0 0 1,0 0-1,0 0 1,0 0-1,-1-1 1,1 1-1,0 0 0,0 0 1,0 0-1,0 0 1,0 0-1,0 0 0,0 0 1,-3 12-1725,2-11 1500,1 0 0,0 0 0,0 0-1,0-1 1,0 1 0,0 0 0,0 0-1,0 0 1,0 0 0,0 0-1,0 0 1,1-1 0,-1 1 0,0 0-1,1 0 1,-1 0 0,0 0 0,1-1-1,-1 1 1,1 0 0,-1-1 0,1 1-1,0 0 1,-1-1 0,1 1 0,0 0-1,-1-1 1,1 1 0,0-1-1,0 1 1,-1-1 0,1 0 0,1 1-1,22 1-15219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59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1184 12294,'0'0'6739,"-2"2"-6243,2-1-462,-1 0 1,0 0-1,1 0 1,0 0-1,-1 0 1,1 0-1,0 0 1,-1 0-1,1 0 1,0 1-1,0-1 1,0 0-1,0 0 0,0 0 1,0 0-1,0 0 1,0 0-1,0 0 1,1 0-1,-1 0 1,0 1-1,1-1 1,0 1-1,1 2 98,1 1 0,-1-1-1,1 0 1,0 0 0,6 6 0,-2-2 170,0-1 1,1-1 0,-1 0-1,1 0 1,17 9 0,-21-13-211,1-1 0,-1 1 0,1-1 0,0 0 0,0 0 0,0-1 1,0 1-1,0-1 0,-1 0 0,1 0 0,0-1 0,0 0 1,0 1-1,0-2 0,-1 1 0,1 0 0,0-1 0,-1 0 1,1 0-1,-1 0 0,5-4 0,9-6 88,-1-1 0,-1-1 0,25-26 0,-20 19 5,194-197 893,66-65-236,-278 281-834,362-333 1089,-247 235-211,154-99-1,-253 186-555,37-17-1,-55 29 253,-29 12-6046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08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 11077,'0'0'6494,"0"5"-6078,-2 44-240,-3 1 0,-1-1 0,-16 53-1,7-29 26,-134 841 1031,76-423-1002,31-301 141,42-216-6227,0-17-2337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09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11989,'0'0'1759,"21"0"-986,26-1 196,0-2-1,60-12 1,-7-5 307,174-12 1,-221 30-1205,-1 3 1,0 2-1,0 2 1,-1 2-1,64 18 1,-98-21-58,-9-1-7,-1-1-1,1 0 0,0 0 0,1-1 0,11 0 0,-19-1-372,-5 0-1465,-16-3-3053,-6-8-3118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09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10293,'0'0'8214,"25"10"-7779,-4-3-372,-5-2-43,-1 0 0,1 2 0,-1-1 0,-1 2 0,1 0 0,-1 1 1,-1 0-1,0 1 0,24 22 0,-23-14 8,-1 0-1,-1 1 1,0 0 0,-1 1-1,-1 1 1,-1-1 0,-1 1-1,-1 1 1,0-1-1,-2 1 1,4 32 0,-6-27 163,-1 0 0,-1 1 0,-1-1 1,-2 1-1,0-1 0,-2 0 0,-1 0 0,-1 0 1,-10 27-1,2-20 435,-2 0-1,-1 0 1,-30 44 0,32-57-237,0 0 0,-2-1 0,0-1 0,-2 0 0,-36 28 0,53-45-440,26-6-5282,4-15 1032,3-8-3993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10405,'0'0'8945,"-1"8"-8718,1 49 126,1 0 0,3 0 1,21 100-1,-10-69-61,10 90 328,30 166 526,-54-337-1103,-1-6-35,0 1 0,0-1 1,0 0-1,0 1 0,0-1 0,0 0 0,1 1 1,-1-1-1,0 0 0,1 0 0,-1 1 1,1-1-1,-1 0 0,1 0 0,0 0 1,0 0-1,-1 0 0,1 0 0,0 0 1,0 0-1,2 1 0,2-23-350,0-28-3995,-1-50-1,-4 34-4987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0 274 13446,'0'0'6472,"24"-10"-5655,30-13-382,276-119 1310,-269 112-1618,-17 8-80,55-20 0,-98 41-116,0 1-1,0-1 1,0 1 0,0-1-1,0 1 1,0-1 0,1 1 0,-1 0-1,0-1 1,0 1 0,0 0-1,1 0 1,-1 0 0,0 0 0,0 0-1,1 0 1,-1 0 0,0 1-1,0-1 1,0 0 0,1 1 0,-1-1-1,0 1 1,0-1 0,0 1-1,0-1 1,0 1 0,1 1 0,-1 0-428,0 1 0,0 0 1,0-1-1,-1 1 0,1 0 1,-1-1-1,0 1 0,0 0 1,0 0-1,0 3 0,-1 4-658,1 20-6470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1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299 284 15143,'0'0'4148,"-5"-19"-3577,0 3-477,-4-17 124,-1 0 1,-28-60 0,33 85-167,0-1-1,-1 0 1,0 1-1,-1 0 1,0 0 0,0 1-1,-12-9 1,17 14-22,1 0 0,-1 1 0,0-1 0,0 1 0,0 0-1,-1 0 1,1 0 0,0 0 0,0 0 0,-1 0 0,1 0 0,0 1 0,-1-1 0,1 1 0,-1 0 0,1 0 0,-1 0 0,1 0 0,0 0-1,-1 0 1,1 1 0,-1-1 0,1 1 0,0 0 0,-1-1 0,1 1 0,0 0 0,0 0 0,0 1 0,-1-1 0,1 0 0,1 1 0,-1-1-1,0 1 1,0 0 0,0-1 0,-2 5 0,-5 7-17,1 0-1,0 1 0,1 0 1,0 0-1,1 1 1,0 0-1,2 0 0,-5 23 1,2 0-2,2 1-1,-1 50 1,5-72 3,1-10-11,-1 0 0,1 0 0,0 1 0,1-1 1,2 13-1,-3-19-7,0 0 0,1 0-1,-1 0 1,1 0 0,-1 1 0,1-1 0,0 0 0,0 0 0,-1 0-1,1 0 1,0-1 0,0 1 0,0 0 0,0 0 0,0 0-1,0-1 1,0 1 0,0 0 0,0-1 0,0 1 0,0-1 0,0 1-1,1-1 1,-1 0 0,0 1 0,0-1 0,1 0 0,-1 0 0,0 0-1,0 0 1,1 0 0,-1 0 0,0 0 0,0-1 0,0 1-1,1 0 1,-1-1 0,0 1 0,2-1 0,3-2 7,-1 0 0,1 1 0,-1-2 0,0 1 1,0-1-1,0 1 0,0-1 0,-1-1 0,1 1 0,-1-1 1,0 1-1,4-8 0,9-13 31,16-31 0,-24 39-47,19-38-42,11-18 43,-39 73 13,0-1-1,0 1 1,0 0-1,0-1 1,0 1-1,0 0 1,0-1-1,0 1 1,1 0 0,-1 0-1,0-1 1,0 1-1,0 0 1,0-1-1,1 1 1,-1 0-1,0 0 1,0-1-1,1 1 1,-1 0-1,0 0 1,1 0-1,-1 0 1,0-1 0,0 1-1,1 0 1,-1 0-1,0 0 1,1 0-1,-1 0 1,0 0-1,1 0 1,-1 0-1,0 0 1,1 0-1,-1 0 1,1 0-1,-1 0 1,0 0 0,1 0-1,-1 0 1,0 0-1,0 0 1,1 0-1,-1 1 1,0-1-1,1 0 1,-1 0-1,0 0 1,1 1-1,-1-1 1,0 0-1,0 0 1,0 0 0,1 1-1,-1-1 1,0 0-1,0 1 1,8 21 37,-7-17-9,6 23 224,2 10-37,2 0-1,2-1 1,29 63-1,-24-77-243,-17-23-44,-1 1 1,1-1 0,-1 0-1,0 1 1,1-1 0,-1 0-1,1 0 1,-1 1-1,1-1 1,-1 0 0,0 0-1,1 0 1,-1 0 0,1 0-1,-1 0 1,1 0 0,-1 0-1,1 0 1,-1 0-1,1 0 1,-1 0 0,1 0-1,-1 0 1,1 0 0,-1 0-1,1 0 1,-1-1 0,1 1-1,-1 0 1,0 0 0,1 0-1,-1-1 1,1 1-1,-1 0 1,0-1 0,1 1-1,-1 0 1,0-1 0,1 1-1,-1-1 1,0 1 0,0 0-1,1-1 1,-1 1-1,0-1 1,0 1 0,0-1-1,1 1 1,-1-1 0,0 1-1,0-1 1,0 1 0,0-1-1,0 1 1,0-1-1,0 1 1,0-1 0,4-32-4579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2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11269,'0'0'12811,"-5"0"-12296,5 0-514,-1-1 0,1 1 0,-1 0 0,1 0 0,-1 0 0,1 1 0,-1-1 0,0 0 0,1 0 0,-1 0 0,1 0 0,0 0 0,-1 0 0,1 1 0,-1-1 0,1 0 0,-1 0 0,1 1 0,-1-1 0,1 0 0,0 1 0,-1-1 0,1 1 0,0-1 0,-1 0 0,1 1 0,0-1 0,-1 1 0,1-1 0,0 1 0,0-1 0,0 1 0,-1-1 0,1 1 0,0-1 0,0 1 0,0-1 0,0 1 0,0-1 0,0 1 0,0-1 0,0 1 0,0-1 0,0 1 0,0-1 0,0 1 0,1-1 0,-1 1-1,0-1 1,0 1 0,0-1 0,1 1 0,-1-1 0,0 0 0,1 1 0,23 45-37,-7-15 47,1 10 1,-2 0-1,-2 1 1,-2 0 0,-2 1 0,6 47 0,-6 8 38,-3 118-1,-7-215-19,-1-8 22,0-1 1,1 0 0,-1 0 0,1 1-1,2-11 1,-1-13-52,-2 6-15,0 0 10,1 1-1,1-1 1,6-40 0,-5 58-5,0-1-1,0 1 0,1 0 0,-1 0 0,2 0 1,-1 0-1,1 0 0,0 1 0,0 0 0,1 0 1,0 0-1,0 0 0,0 1 0,1-1 0,0 2 1,7-7-1,-8 8-5,0 1 1,0-1 0,0 1 0,1 0-1,-1 0 1,0 0 0,1 1 0,-1-1-1,1 1 1,8 0 0,-11 1 9,0 0-1,0 0 1,0 0 0,-1 1 0,1-1-1,0 1 1,0-1 0,0 1 0,-1 0-1,1 0 1,0 0 0,-1 1 0,1-1-1,-1 1 1,0-1 0,1 1 0,-1 0-1,0 0 1,0 0 0,0 0 0,0 0 0,2 3-1,1 5 4,0 0-1,-1 0 0,0 0 0,-1 1 0,0-1 1,-1 1-1,0 0 0,-1 0 0,0 16 0,0-6 9,-2-1 0,-1 0-1,0 0 1,-7 27-1,4-32 2,0-1-1,-1 1 1,0-1-1,-1 0 0,0-1 1,-2 0-1,1 0 1,-2-1-1,-20 23 0,26-32-5,1 0-1,0 0 1,-1-1 0,0 1-1,1-1 1,-9 4-1,12-6-74,-1 0 0,0 1-1,0-1 1,0 0-1,1 0 1,-1 0 0,0 1-1,0-1 1,0 0-1,0 0 1,1 0 0,-1-1-1,0 1 1,0 0-1,0 0 1,1 0 0,-1-1-1,0 1 1,0 0-1,1 0 1,-1-1 0,0 1-1,0-1 1,1 1 0,-1-1-1,1 1 1,-1-1-1,0 1 1,1-1 0,-1 0-1,1 1 1,-1-1-1,1 0 1,0 0 0,-1 1-1,1-1 1,0 0-1,-1 0 1,1 1 0,0-1-1,0 0 1,0 0-1,-1 0 1,1 1 0,0-1-1,0 0 1,1-1-1,-3-45-6042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19929,'0'0'2868,"4"18"-2756,53 231 265,2 3-148,-42-167-200,24 107-42,-31-170-279,-10-22 241,0 0 0,0 0 0,0 0 0,1 0 0,-1 1 0,0-1 0,0 0 0,0 0 0,1 0 0,-1 0 0,0 0 0,0 0 0,1 0 0,-1 0 0,0 0 0,0 0 0,1 0 0,-1 0 0,0 0 0,0 0 0,1 0 1,-1 0-1,0 0 0,0 0 0,0 0 0,1 0 0,-1 0 0,0-1 0,0 1 0,1 0 0,-1 0 0,0 0 0,0 0 0,0 0 0,0-1 0,1 1 0,-1 0 0,0 0 0,0 0 0,0-1 0,0 1 0,3-4-793,-1 0 0,-1-1 1,1 1-1,0 0 0,-1-1 0,1-6 0,5-32-7496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2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128 144 20842,'0'0'2505,"5"3"-2452,2 2-49,-1-1 0,2 0 0,-1-1 0,0 1 1,1-1-1,-1-1 0,1 0 0,0 0 0,0 0 0,0-1 0,0 0 0,10 0 0,-16-2 0,0 0 0,0 0-1,0 0 1,0 0-1,0 0 1,-1 0 0,1 0-1,0 0 1,-1-1-1,1 1 1,-1-1-1,0 1 1,1-1 0,-1 0-1,0 0 1,0 1-1,0-1 1,0 0 0,0 0-1,0 0 1,-1 0-1,1 0 1,-1 0 0,1 0-1,-1 0 1,0 0-1,0 0 1,0-3-1,1-5 20,0 0 0,-1-1 0,0 1 0,-3-15 0,2 22-20,0 0 0,0-1 0,0 1 0,0 0 0,-1 0 0,0 0 0,1 0 0,-1 0 0,0 0 0,0 1 0,-1-1 0,1 1 0,0-1-1,-1 1 1,0 0 0,1 0 0,-1 0 0,0 0 0,0 1 0,0-1 0,0 1 0,0-1 0,-7 0 0,5 0 8,-1 1-1,0 0 1,1 0 0,-1 0 0,0 1-1,1 0 1,-1 0 0,0 0 0,1 1 0,-1 0-1,1 0 1,-1 0 0,1 1 0,-7 2-1,4 1 15,1-1 0,0 1 0,1 0 0,-1 1 0,1 0 0,0 0 0,0 0 0,1 0 0,0 1 0,0 0 1,0 0-1,1 1 0,-3 7 0,0 0 29,1 0 0,0 1 0,1-1 0,1 1 0,-4 31 0,6-30-18,1 1 0,0-1 0,1 0 1,1 0-1,1 1 0,1-1 0,7 28 0,-7-37-33,0-1 1,0 0-1,0 0 1,1-1-1,0 1 0,0-1 1,1 1-1,0-1 1,0-1-1,0 1 1,1-1-1,0 0 1,0 0-1,0 0 1,0-1-1,1 0 0,0 0 1,0-1-1,11 4 1,-8-3-73,0-1 1,0-1-1,0 0 1,0 0 0,1-1-1,-1 0 1,1-1-1,-1 0 1,0-1-1,1 0 1,-1-1-1,0 0 1,0 0-1,0-1 1,17-7 0,-17 5-482,0-1 0,0 1-1,0-2 1,-1 1 0,0-1 0,-1-1 0,1 1 0,12-17 0,10-20-5807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3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0 235 14599,'0'0'4407,"13"-16"-3852,130-180-19,-140 192-338,11-14-292,-14 18 138,0 0 0,0 0 0,0 1 0,0-1 0,0 0 0,0 0 0,0 0 0,0 1 0,0-1-1,0 0 1,0 0 0,0 0 0,0 0 0,0 1 0,0-1 0,0 0 0,0 0 0,0 0 0,0 0 0,1 1-1,-1-1 1,0 0 0,0 0 0,0 0 0,0 0 0,0 0 0,0 0 0,1 1 0,-1-1 0,0 0 0,0 0-1,0 0 1,0 0 0,1 0 0,-1 0 0,0 0 0,0 0 0,0 0 0,1 0 0,-1 0 0,0 0 0,0 0-1,0 0 1,1 0 0,-1 0 0,0 0 0,0 0 0,0 0 0,0 0 0,1 0 0,-1 0 0,0 0 0,0-1-1,0 1 1,0 0 0,1 0 0,-1 0 0,0 0 0,0 0 0,0-1 0,-9 195 1161,0-11-938,8-74 7,-7 191 514,5-274-466,2-42-2813,1 6-930,0 3-2554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3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16392,'0'0'6579,"121"11"-5059,-37-11-591,10-13-193,-5-12-272,-15 1-368,-22 6-96,-17 6-624,-22 7-2033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5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3 13302,'0'0'1801,"-21"-1"-435,-4-1-813,-38 5 1,59-3-507,1 0 0,0 1 1,0 0-1,-1 0 0,1 0 0,0 0 0,0 1 1,0-1-1,0 1 0,1 0 0,-1-1 0,0 1 1,1 0-1,-1 1 0,-3 4 0,2-2 13,0 1 0,0 0-1,1 0 1,0 1 0,-2 8 0,3-10-29,-7 19 79,2 0 0,1 0 0,1 0 1,-2 29-1,-1 103 549,8-127-503,-1 3 17,3 418 1706,3-364-1723,4-1 0,3 0 0,29 101-1,-34-163-145,0 0-1,2 0 0,1-1 1,22 39-1,-26-53-43,-1 0 0,1 0 1,0-1-1,1 1 0,0-2 0,0 1 0,0-1 0,1 0 0,0 0 0,0-1 0,1 0 1,-1-1-1,1 0 0,14 5 0,-12-6-168,-1-1 0,1 0 1,0-1-1,-1 0 0,1 0 0,0-1 1,0-1-1,0 0 0,0 0 0,-1-1 1,1 0-1,-1-1 0,1 0 0,18-9 1,-14 4-458,-1 0 1,0-1 0,-1-1-1,0 0 1,0 0 0,-1-2-1,0 1 1,-1-2-1,10-13 1,31-55-6815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5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15127,'0'0'4434,"5"158"-4338,5-80-80,-4 2-16,-2-7-208,-4-11-1169,0-21-2112,0-21-3346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17096,'0'0'3716,"18"-1"-3689,2-2-22,6 0-9,-1 2 1,42 1 0,-61 1-25,0-1 1,-1 1 0,1 0 0,0 1 0,-1-1 0,0 1 0,1 0 0,-1 1 0,0-1 0,0 1 0,0 0 0,0 0-1,-1 1 1,1-1 0,4 6 0,-4-3-10,1 1 0,-1 0 0,0 0 0,-1 1 0,0-1 0,0 1 0,-1 0 0,0 0 0,3 10 0,0 11-42,-1 1 0,-2-1 1,0 1-1,-3 47 0,0-69 104,0-1 1,0 0-1,0 0 1,-1 1-1,-1-1 1,1 0-1,-1 0 1,0 0-1,0 0 1,-1-1 0,0 1-1,0-1 1,-6 8-1,6-21 717,2-31-607,1 1 1,2 0-1,11-64 1,-9 80-156,1 1 0,1 0 0,1 0 0,1 1 0,0 0 0,1 0 0,2 1 1,16-24-1,-24 38 16,0 1 0,-1 0 0,1 0 0,1 0 0,-1 1 0,0-1 0,1 1 0,-1 0 1,1 0-1,0 0 0,4-2 0,-6 3 2,0 1 0,0-1 1,-1 1-1,1 0 0,0 0 1,0 0-1,0-1 0,-1 2 1,1-1-1,0 0 0,0 0 0,0 0 1,-1 1-1,1-1 0,0 1 1,-1 0-1,1-1 0,0 1 1,-1 0-1,1 0 0,-1 0 1,1 0-1,-1 0 0,1 0 0,-1 1 1,0-1-1,0 0 0,2 4 1,3 3 24,-1 1 1,0 1 0,0-1-1,-1 1 1,-1-1 0,4 16 0,11 67 448,-15-71-334,22 217 953,-8-56-784,-10-165-386,-6-17 35,-1 0 1,1 1-1,-1-1 1,1 0 0,-1 0-1,1 0 1,-1 0-1,0 0 1,1 0-1,-1 0 1,1-1-1,-1 1 1,1 0-1,-1 0 1,1 0-1,-1 0 1,0 0-1,1-1 1,-1 1-1,1 0 1,-1 0-1,0-1 1,1 1 0,-1 0-1,0-1 1,1 1-1,-1 0 1,0-1-1,0 1 1,1-1-1,-1 1 1,0 0-1,0-1 1,1 1-1,-1-1 1,0 1-1,0 0 1,0-1-1,0 1 1,0-1 0,0 0-1,12-37-3611,-3-15-4693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6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18392,'0'0'705,"2"26"-604,20 166 78,-14-120-136,-3 88-1,-23-217-647,9-15 30,3 0 0,4-88 0,2 111 555,0 33 130,1-1-1,0 1 1,7-25 0,-7 35 7,1 0 0,0 0 0,0 0 0,0 0 0,1 0 0,0 1 0,0-1 0,0 1 1,1 0-1,0 0 0,0 0 0,5-4 0,-7 8-89,-1-1 1,1 1-1,-1 0 0,1 0 1,-1-1-1,1 1 1,0 1-1,-1-1 0,1 0 1,0 0-1,0 1 1,0-1-1,-1 1 0,1-1 1,0 1-1,0 0 1,0 0-1,0-1 0,0 2 1,0-1-1,0 0 1,0 0-1,0 1 0,-1-1 1,1 1-1,0-1 1,0 1-1,0 0 0,-1-1 1,1 1-1,0 0 1,-1 0-1,1 1 0,-1-1 1,1 0-1,-1 0 1,1 1-1,-1-1 0,0 1 1,0-1-1,0 1 1,0 0-1,2 2 0,3 7 54,0 0-1,-1 0 0,0 1 0,-1 0 0,5 17 1,2 21 351,-2 1 1,4 79 0,-10 107-378,-3-165-434,-2-69-1391,-5-3-1940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6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15847,'0'0'2481,"132"-62"-1888,-78 40-305,-4 3-288,-11 4-288,-12 4-6916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6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19641,'0'0'240,"13"130"-320,1-55 80,-1 7 0,-5-2 0,-2-9 0,-2-21-640,-2-20-1345,-2-24-1713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7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15223,'0'0'2217,"0"17"-1763,0-5-454,0 46-17,13 102-1,-8-131-417,-2 0 0,1 38 0,-13-68-867,6-2 1050,-1 0 0,2 0 0,-1 0 1,0-1-1,1 1 0,-1 0 0,1-1 0,0 0 0,0 1 0,1-1 0,-1 0 0,1 0 0,0 0 0,0 0 0,-1-5 0,-8-65-1175,9 59 1177,-1-6 578,1 0 0,1 0 0,1 0 0,6-33 1,-7 50-161,1 0 1,0 0 0,0 0-1,0 1 1,1-1 0,-1 0 0,1 0-1,0 1 1,0-1 0,1 1 0,-1 0-1,1-1 1,-1 1 0,1 0 0,0 0-1,0 1 1,0-1 0,0 1 0,1-1-1,-1 1 1,1 0 0,0 0 0,-1 1-1,1-1 1,0 1 0,0 0 0,0 0-1,0 0 1,0 0 0,5 1 0,-3 0-36,1 0 1,-1 1 0,0 0-1,1 0 1,-1 0 0,0 1-1,0 0 1,0 0 0,0 1-1,0-1 1,-1 1 0,1 1-1,-1-1 1,0 1 0,0 0 0,9 8-1,4 8 267,-1-1-1,27 40 0,-31-41-321,13 20 5,-15-20-79,1 0-1,1-1 1,0-1 0,29 27-1,-29-36-620,-13-7 512,0 0 0,0 0 0,1 0 0,-1 0 1,0 0-1,0 0 0,0 0 0,1 0 0,-1 0 1,0 0-1,0-1 0,0 1 0,1 0 0,-1 0 1,0 0-1,0 0 0,0 0 0,1 0 0,-1 0 1,0 0-1,0-1 0,0 1 0,1 0 0,-1 0 0,0 0 1,0 0-1,0 0 0,0-1 0,0 1 0,0 0 1,0 0-1,1 0 0,-1-1 0,0 1 0,0 0 1,0-1-1,1-20-7813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7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15495,'0'0'4018,"-10"106"-3010,10-37-175,10 21-257,5 14-368,-1 6-208,-1-5-48,-7-27-2305,-2-32-8180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15671,'0'0'1761,"2"140"-1329,0-65-288,1 9-64,-3 3-32,0-8-16,0-20-32,0-20-80,2-20-1104,2-19-2322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8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16728,'0'0'3777,"111"-40"-2432,-38 11-753,4-3-576,-5 6-16,-8 9-1440,-18 10-3219,-23 7-8226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16359,'0'0'3431,"2"18"-3380,19 302 37,-21-290-164,0-39-539,0-50-954,-2-13 970,0 22 424,6-66 0,-3 102 417,1 1 0,1-1 0,0 1 0,1-1 0,0 1 0,1 0 0,0 0 0,1 1 0,12-19-1,-17 29-202,0 1 0,0-1-1,0 1 1,0 0-1,0-1 1,0 1-1,0 0 1,1-1-1,-1 1 1,0 0-1,1 0 1,-1 0 0,1 0-1,-1 1 1,1-1-1,-1 0 1,1 0-1,0 1 1,-1-1-1,1 1 1,0 0-1,-1-1 1,1 1-1,0 0 1,0 0 0,-1 0-1,1 0 1,0 1-1,0-1 1,-1 0-1,1 1 1,2 0-1,0 1-11,-1 0-1,0 0 1,0 1 0,1-1-1,-1 1 1,-1 0-1,1 0 1,0 0-1,-1 0 1,1 0-1,-1 1 1,0-1-1,2 4 1,8 21 173,-1 0 0,-1 0 0,-1 1 1,8 51-1,7 124 221,-21-165-376,1-5 44,1 17-2752,-5-67-1614</inkml:trace>
  <inkml:trace contextRef="#ctx0" brushRef="#br0" timeOffset="1">65 316 18520,'0'0'2338,"106"-58"-2338,-50 23-561,-5 0-4657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9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6 344 18953,'0'0'997,"-1"20"-1013,0 0 13,-2 10-2,3-1 0,4 46 0,18 93 2,-21-165 8,0-12 116,-7-195 48,5-144 368,2 336-426,1 0 0,0 0 0,1 0-1,6-17 1,-8 26-103,0 0-1,0 0 1,0 0-1,0 1 0,1-1 1,0 0-1,-1 1 1,1-1-1,0 1 1,0-1-1,0 1 1,0 0-1,1 0 1,-1 0-1,1 0 1,-1 0-1,1 1 1,0-1-1,-1 1 1,1 0-1,0 0 1,4-2-1,-5 3-8,-1 0 0,0 0 0,1 0 0,-1 0 0,0 0 0,0 1 0,1-1-1,-1 0 1,0 1 0,0-1 0,0 0 0,0 1 0,1 0 0,-1-1 0,0 1 0,0 0 0,0-1 0,0 1 0,0 0-1,0 0 1,-1 0 0,1 0 0,0 0 0,0 0 0,-1 0 0,2 2 0,11 34-16,-12-35 15,5 31 10,-1-1 0,-1 0 0,-1 38-1,-7 100 50,4-163-54,-1 11 28,-1-1 1,0 0 0,-2 0-1,1 0 1,-9 20-1,10-34 39,1-9-57,2-14-58,1 7-44,2 1 0,0-1 0,0 0 0,1 1 0,1 0 0,0 0 0,1 0 0,0 1 0,16-19 0,-19 24 65,1 1 1,-1-1-1,1 1 1,0 0-1,1 1 1,-1-1 0,1 1-1,0 0 1,0 1-1,0-1 1,0 1-1,1 0 1,-1 1 0,1 0-1,0 0 1,0 0-1,0 1 1,0 0-1,0 0 1,9 0 0,-14 2 19,-1-1 0,0 0 1,1 1-1,-1-1 0,1 1 1,-1 0-1,0-1 1,1 1-1,-1 0 0,0 0 1,0 0-1,0 0 0,0 0 1,0 0-1,0 0 1,0 0-1,0 0 0,0 0 1,0 0-1,-1 1 0,1-1 1,0 0-1,-1 1 0,1-1 1,-1 1-1,1-1 1,-1 0-1,0 3 0,3 46 2,-3-38 22,-1 4 22,-1 1 1,-1-1 0,0 0-1,-2 0 1,1 0 0,-2 0-1,0-1 1,-1 0 0,-1 0-1,0 0 1,0-1 0,-2-1 0,0 1-1,0-1 1,-1-1 0,-25 21-1,2-13 57,33-19-187,1-1 1,-1 1 0,0-1-1,0 1 1,0-1-1,0 0 1,0 1-1,0-1 1,0 0-1,0 0 1,0 0-1,0 0 1,0 0-1,0 0 1,0 0 0,0 0-1,0 0 1,0 0-1,0 0 1,0-1-1,0 1 1,0 0-1,0-1 1,0 1-1,0-1 1,1 1-1,-1-1 1,0 1 0,0-1-1,0 0 1,1 1-1,-1-1 1,0 0-1,1 0 1,-1 0-1,0-1 1,-5-34-6903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9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19161,'0'0'4039,"4"9"-3938,7 20-49,-2 1 0,-1 0 0,-1 0-1,5 52 1,-2 133 110,-10-209-161,0 12-1,-1-11-1,1 0 1,0 0 0,0 0 0,1 0 0,0 0-1,0 0 1,0 0 0,1-1 0,0 1-1,3 7 1,-4-13-2,0 0 0,0-1-1,-1 1 1,1 0 0,0 0-1,0 0 1,0-1 0,0 1 0,0 0-1,0-1 1,0 1 0,0-1-1,0 1 1,0-1 0,0 1 0,0-1-1,0 0 1,0 0 0,0 0-1,1 1 1,-1-1 0,0 0-1,0 0 1,0 0 0,0-1 0,0 1-1,1 0 1,-1 0 0,0-1-1,0 1 1,0 0 0,0-1 0,0 1-1,0-1 1,0 0 0,0 1-1,0-1 1,1 0 0,3-3-33,0 0 1,1 0 0,-1-1-1,8-9 1,87-121-4011,-74 94-1010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19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46 330 6259,'0'0'14318,"-3"12"-14200,-2 23 7,0 1 0,2 36 0,2 79 919,2-108-625,-1-80-326,0-60-23,-15-119-1,7 141 2015,2-93-1,7 166-2071,0-1 0,1 1-1,0 0 1,-1 0-1,1 1 1,0-1-1,0 0 1,0 0 0,0 1-1,0 0 1,1-1-1,-1 1 1,0 0 0,1 0-1,-1 0 1,4-1-1,3-2-8,57-29-2005,-55 29 427,1-1 0,0 1 0,23-4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0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20073,'0'0'4722,"74"-35"-4722,-34 27-352,-5 8-1024,-6 0-1634,-13 0-5042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0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1 242 3073,'0'0'20602,"130"-55"-20602,-63 14-80,-5-2-785,-2 3-1184,-8 7-1856,-17 3-4243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1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20313,'0'0'4754,"112"39"-4609,-44 17-113,-4 19 32,-14 24-48,-19 24 32,-29 22 0,-12 21-16,-50 4-32,-23-17-208,-8-29-929,6-42-816,10-46-4562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1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9604,'0'0'4389,"7"24"-2375,-2-10-1701,9 31 378,-3-1 0,7 48-1,2 110 513,-10 259 0,-10-360-895,-1-2 128,-4 0 1,-26 147 0,26-226-324,5-32-872,5-30-1311,4 10-726,-2 2-2022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1 591 14375,'0'0'7953,"32"-9"-7273,39-12-377,237-64 365,-225 66-640,1 4 0,0 4 0,119-1 0,-179 9 126,-23 0 140,-13 0-262,9 2-198,-1 0 0,1 0 1,0-1-1,-1 1 0,1-1 0,0 0 0,0 1 0,0-1 0,0-1 0,1 1 0,-1 0 1,1-1-1,-1 1 0,-3-6 0,-29-48-2009,14 21 1102,-27-27 742,-71-71 1,57 67 4094,55 53-1220,12 7-1360,21 2-910,-21 4-285,18-1 15,-1 1 1,1 0-1,-1 2 0,0 1 0,31 7 0,-44-7-5,1 0-1,-1 0 1,0 1-1,-1 1 1,1-1-1,-1 1 0,1 1 1,-1 0-1,-1 0 1,1 0-1,-1 1 1,-1 0-1,1 0 0,-1 1 1,6 9-1,-4-3 6,-1 1 0,-1-1-1,0 1 1,-1 0 0,0 1-1,-2-1 1,1 1 0,-2 0-1,0 0 1,-1 0 0,-1 20-1,-2-3 163,-1-1 0,-1 0-1,-2 0 1,-17 52 0,0-21 411,-3 0 0,-2-2 0,-4-1 0,-1-1 0,-4-3 0,-51 64 0,55-88-991,53-52-1725,0 0-1,-1-1 0,26-38 1,-4-8-8253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3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16648,'0'0'5250,"2"20"-4831,16 260 934,-17-239-1190,-2 401 509,-4-380-949,3-55-1100,2-38-1174,0-20-3054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3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19065,'0'0'2241,"176"-95"-480,-87 65-961,2 10-512,-2 9-288,-6 9-384,-15 2-1745,-20 0-2433,-19 4-6403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3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268 153 19321,'0'0'2606,"-23"-12"-1696,-75-40-611,87 46-279,0-1-1,1-1 1,0 0 0,-16-17 0,21 21 23,0-1 1,0 1-1,0-1 0,0 1 1,0 1-1,-9-6 1,13 9-36,1 0-1,-1 0 1,1 0 0,-1 0 0,0 0-1,1 0 1,-1 0 0,1 0 0,-1 0-1,0 0 1,1 0 0,-1 0 0,1 0 0,-1 1-1,0-1 1,1 0 0,-1 0 0,1 1-1,-1-1 1,1 0 0,-1 1 0,1-1 0,-1 0-1,1 1 1,0-1 0,-1 1 0,1-1-1,-1 1 1,1-1 0,0 1 0,-1-1-1,1 1 1,0-1 0,0 1 0,0-1 0,-1 1-1,1-1 1,0 1 0,0 0 0,0-1-1,0 1 1,0-1 0,0 2 0,-5 35 286,4-27-266,-9 245 1,10-248-31,0 1-1,0-1 1,1 0-1,0 0 1,0 0-1,3 7 1,-3-13-6,-1 1 0,1-1 0,-1 0 0,1 0 0,-1 0 0,1 0-1,0 0 1,-1 0 0,1 0 0,0 0 0,0 0 0,0 0 0,0-1 0,0 1 0,0 0 0,0 0 0,0-1 0,0 1 0,0-1 0,0 1 0,1-1 0,-1 1 0,0-1 0,0 0 0,0 0 0,1 0 0,-1 1 0,0-1 0,0 0 0,1 0 0,-1-1 0,0 1 0,0 0 0,0 0 0,1-1 0,-1 1 0,0 0 0,0-1 0,0 1 0,0-1 0,0 0 0,2 0 0,2-3-28,0 0 1,0 0-1,-1 0 0,1-1 1,-1 1-1,0-1 1,0 0-1,0-1 1,-1 1-1,0 0 1,3-8-1,-3 8 17,25-49 60,-3 0 0,25-79 0,-45 110 810,3 25 40,4 12-826,-1 1 0,-1 1 0,0 0 0,13 28 0,7 11-6,-30-55-61,5 9-35,1 1 0,0-2 1,13 14-1,-17-20-216,0 0 0,0 0 1,0 0-1,0-1 0,0 1 1,1-1-1,-1 1 1,0-1-1,1 0 0,0 0 1,-1 0-1,1-1 0,-1 1 1,1 0-1,0-1 0,0 0 1,-1 1-1,1-1 0,3-1 1,18-3-5060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20970,'0'0'4418,"1"11"-4389,7 31 11,20 62 1,8 34 6,-25-56-30,-3 1 0,-8 162 0,-2-222-6,2-22-9,0-1-1,0 0 1,0 0-1,0 0 1,0 0 0,0 0-1,0 0 1,-1 0-1,1 0 1,0 1 0,0-1-1,0 0 1,0 0-1,0 0 1,0 0 0,0 0-1,0 0 1,0 0-1,0 0 1,0 0 0,0 1-1,0-1 1,0 0-1,-1 0 1,1 0 0,0 0-1,0 0 1,0 0 0,0 0-1,0 0 1,0 0-1,0 0 1,0 0 0,0 0-1,-1 0 1,1 0-1,0 0 1,0 0 0,0 0-1,0 0 1,0 0-1,0 0 1,0 0 0,-1 0-1,1 0 1,0 0-1,0 0 1,0 0 0,0 0-1,0 0 1,0 0-1,0 0 1,0 0 0,0-1-1,-1 1 1,1 0-1,0 0 1,0 0 0,0 0-1,0 0 1,0 0-1,0 0 1,0 0 0,0 0-1,0 0 1,0-1 0,0 1-1,0 0 1,0 0-1,-2-5 13,0 1 0,1-1 0,0 0 0,0 1 0,0-1 0,1-5 0,-3-19-14,2-1 0,1 1-1,7-58 1,-6 78 1,1 1-1,0 0 1,0 0 0,1 0 0,0 0-1,1 0 1,-1 0 0,2 1 0,-1 0 0,1 0-1,0 0 1,0 0 0,1 1 0,0 0-1,0 0 1,0 0 0,1 1 0,12-8-1,-16 12-8,0-1-1,0 0 0,1 1 0,-1-1 0,1 1 0,-1 0 0,1 0 0,0 0 0,-1 1 0,1-1 0,0 1 0,0 0 0,-1 0 0,1 0 0,7 2 1,-9-1 4,0 0 0,1 0 0,-1 0 0,0 0 0,0 0 1,0 1-1,0-1 0,0 1 0,0 0 0,0-1 0,0 1 1,-1 0-1,1 0 0,-1 0 0,1 0 0,-1 0 0,0 1 1,0-1-1,0 0 0,0 1 0,0-1 0,0 1 1,0 4-1,2 12 10,0 0 0,-1 0 1,-2 1-1,0-1 0,0 0 0,-2 0 1,-1 1-1,0-1 0,-1-1 0,-1 1 1,-1-1-1,-1 1 0,0-2 0,-1 1 1,-1-1-1,-1 0 0,0-1 1,-1 0-1,-19 20 0,28-33-55,-1 0 1,0 0-1,0-1 0,0 1 1,0-1-1,0 1 0,-1-1 1,1 0-1,-1 0 0,0 0 1,1-1-1,-1 0 0,0 1 0,0-1 1,-7 1-1,11-2-22,-1 0-1,1 0 1,-1 0-1,0 0 1,1 0-1,-1 0 1,0 0-1,1 0 1,-1 0-1,1 0 1,-1 0-1,0 0 1,1 0-1,-1 0 1,1-1-1,-1 1 1,0 0-1,1 0 1,-1-1-1,1 1 1,-1 0-1,1-1 1,-1 1-1,1-1 1,-1 1-1,1-1 1,0 1-1,-1-1 1,0 0-1,-7-35-4445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4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 18745,'0'0'7123,"-5"-3"-6995,5 2-128,0 1 1,0-1-1,0 1 0,-1 0 1,1-1-1,0 1 0,0 0 1,-1-1-1,1 1 0,0 0 1,-1-1-1,1 1 0,0 0 1,-1 0-1,1-1 0,0 1 1,-1 0-1,1 0 0,-1 0 1,1-1-1,0 1 1,-1 0-1,1 0 0,-1 0 1,1 0-1,-1 0 0,1 0 1,-1 0-1,1 0 0,0 0 1,-1 0-1,1 0 0,-1 0 1,1 1-1,-1-1 0,1 0 1,0 0-1,-1 0 0,1 0 1,0 1-1,-1-1 0,1 0 1,-1 0-1,1 1 0,0-1 1,0 0-1,-1 1 0,1 0 1,-1 3 0,0 0 0,1 0 1,-1 0-1,1 0 0,0 1 0,1-1 0,0 5 1,16 140 161,9 113 36,-19 49-209,-7-309-38,0-1 1,-1 1 0,1-1 0,0 1-1,1 0 1,-1-1 0,0 1 0,0-1-1,1 1 1,-1-1 0,1 1 0,-1-1-1,1 1 1,0-1 0,-1 0-1,1 1 1,1 0 0,-1-2-24,-1 0 0,1 0 0,0 0 0,-1 0 0,1 0 0,-1 0 1,1 0-1,0 0 0,-1 0 0,1-1 0,-1 1 0,1 0 0,-1 0 0,1-1 0,-1 1 0,1 0 1,-1-1-1,1 1 0,-1-1 0,1 1 0,-1-1 0,0 1 0,1-1 0,-1 1 0,0-1 0,1 1 1,-1-1-1,27-49-3646,-6-1-2051,-1-4-4812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40 16167,'0'0'5926,"1"11"-5177,-1-2-649,2 0 0,-1 0-1,1 0 1,0 0-1,1-1 1,6 14 0,-8-19-107,0-1 1,0 1 0,1-1-1,-1 1 1,1-1 0,0 1-1,0-1 1,0 0 0,0 0-1,0 0 1,0 0-1,1 0 1,-1 0 0,0-1-1,1 1 1,0-1 0,-1 0-1,1 0 1,0 0 0,-1 0-1,1 0 1,0 0 0,0-1-1,0 1 1,0-1 0,0 0-1,0 0 1,0 0 0,3-1-1,-3 0-29,-1 0-1,1 0 0,-1 0 0,0 0 0,1 0 1,-1 0-1,0-1 0,0 1 0,0-1 0,0 0 1,0 0-1,-1 0 0,1 0 0,0 0 0,-1 0 1,0 0-1,1 0 0,-1 0 0,0-1 0,0 1 1,0 0-1,0-1 0,-1 1 0,2-6 0,0-2-49,0-1-1,-1 0 1,0-1-1,0-15 1,-2 25 95,1 0 0,0-1 0,-1 1 0,1 0-1,-1 0 1,0 0 0,1 0 0,-1 0 0,0 0 0,0 0 0,0 1 0,-1-1 0,1 0 0,0 0 0,-1 1 0,1-1 0,-1 1 0,1-1 0,-1 1 0,0 0 0,0 0-1,1 0 1,-1 0 0,0 0 0,0 0 0,0 0 0,0 0 0,0 1 0,0-1 0,-1 1 0,1 0 0,0-1 0,0 1 0,0 0 0,0 0 0,0 0 0,-3 1 0,-2-1 83,0 1 1,1 0-1,-1 0 1,0 0-1,1 1 1,-1 0-1,1 0 1,-1 1 0,1 0-1,-12 7 1,8-2 38,0 1 0,0 1 0,1 0 0,0 0 0,0 1 0,1-1 0,1 2 0,0-1 0,1 1 0,0 1 0,-5 13 0,5-9-15,1-1-1,1 1 0,1 0 0,0 1 0,1-1 0,1 0 1,0 1-1,3 20 0,-2-34-110,1-1 0,-1 1 0,1-1 0,0 1 0,0-1 0,0 0 0,1 0 0,-1 1 0,1-1 0,-1 0 0,1 0 0,0 0 0,0-1 0,1 1 0,-1 0 0,1-1 0,3 4 0,-2-3-4,1 0 0,0-1 1,0 1-1,0-1 1,0 0-1,0 0 0,0-1 1,0 1-1,0-1 0,9 0 1,-3 0-7,-1-1-1,1 0 1,-1 0 0,0-1 0,1-1 0,-1 0 0,0 0-1,0-1 1,0-1 0,0 1 0,13-8 0,-8 1-249,0 0 0,0-1 0,-1-1 1,-1 0-1,20-24 0,-25 27-770,-2 0 0,1-1 0,-1 0-1,0 0 1,7-20 0,-2-13-7454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16888,'0'0'5498,"15"-11"-5191,-9 6-280,12-9 15,1 1-1,26-15 1,-39 25-38,0-1 0,1 1 0,0 1 0,0-1 0,-1 1 0,1 0 0,1 1 0,-1 0 0,0 0 0,0 0 0,0 1 0,1 0 0,11 2 0,-16-2-4,-1 1-1,0 0 1,1 0-1,-1 0 0,0 0 1,0 1-1,0-1 1,0 0-1,0 1 1,0 0-1,0-1 1,0 1-1,-1 0 0,1 0 1,-1 0-1,1 0 1,-1 0-1,0 0 1,0 1-1,0-1 1,0 0-1,0 1 1,0-1-1,0 0 0,-1 3 1,3 8-2,-2 0 1,0 0-1,-1 22 0,0-20 12,-1 12 127,-2 1 0,-1-1 0,-1 0 0,-1 0 0,-1-1 0,-1 0 0,-21 43 0,12-34 312,-1-1 0,-2-1 0,-2-1 0,-49 59 0,51-71 335,19-20-418,11-4 164,17-5-468,0 0-1,1 2 0,0 1 0,49-5 0,118 5-145,-179 6 65,3 0-254,0 1 0,23 5 0,8 6-4638,-39-8-3499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6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13014,'0'0'3530,"-24"5"-1546,9-1-1690,5-3-124,0 1 0,0 0-1,0 1 1,0 0-1,0 0 1,1 1 0,0 0-1,0 1 1,0 0 0,0 1-1,1 0 1,0 0-1,0 0 1,0 1 0,1 0-1,-8 11 1,-7 17 291,1 1 0,2 1-1,2 1 1,1 1 0,2 0 0,-10 45 0,-37 251 918,38-72-811,22-200-450,2 0 0,11 73 1,-9-119-109,0 1 0,1-1 0,1 0 0,1 0 0,0 0 0,1-1 0,1 1 0,10 14 0,-13-23-17,1-1 1,0 1 0,0-1 0,1 0 0,-1-1-1,1 0 1,1 0 0,-1 0 0,1-1-1,0 0 1,1-1 0,-1 0 0,1 0-1,-1-1 1,1 0 0,18 4 0,-9-5-68,0-1 0,0-1 0,1 0 0,-1-1 0,0-1 0,0-1 0,-1-1 0,1 0 0,-1-1 0,1-1 0,-2 0 0,1-2 0,18-10 0,11-9-874,-2-1 1,-1-3-1,49-45 1,11-21-4301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6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19033,'0'0'4028,"-2"6"-3980,-2 15 36,0 0 0,1 1 0,2-1 0,0 0 0,3 33 0,-1-3 23,-1-50-103,-5 140 181,3-123-131,-1 1 0,-1-1 0,-1 1 0,0-1 0,-12 25-1,10-35-108,6-13-335,1 4 355,-3-48-4618,1 14-1848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7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19625,'0'0'5170,"145"-63"-4625,-73 48-465,1 7-80,-7 8-80,-10 0-849,-12 0-1696,-22 4-2898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7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13 262 16504,'0'0'931,"0"21"-822,0 2-29,5 111 688,0-83-139,-2 1 0,-7 97 0,4-145-603,-1-1 0,1 0 1,-1 0-1,0 0 0,0 1 0,0-1 1,0 0-1,-1 0 0,1-1 1,-1 1-1,0 0 0,1 0 0,-4 2 1,3-6 441,2-5-153,0 3-212,-1-50 154,3 0 0,12-69 0,0 46-255,22-103-207,-27 148 178,0 0 1,2 1-1,24-46 0,-30 67 31,0 0 0,2 0 1,12-16-1,-17 23 4,0 0 0,-1 0-1,1 0 1,0 0 0,0 1 0,0-1 0,0 1 0,1 0-1,-1-1 1,0 1 0,0 0 0,1 0 0,-1 0 0,1 1 0,-1-1-1,1 1 1,-1-1 0,1 1 0,-1 0 0,1 0 0,4 0-1,-5 1 8,0 0 0,0 0-1,0 1 1,0-1-1,0 0 1,0 1-1,-1-1 1,1 1 0,-1 0-1,1 0 1,-1-1-1,1 1 1,-1 0-1,0 0 1,0 0-1,0 0 1,0 1 0,0-1-1,-1 0 1,1 0-1,-1 1 1,1-1-1,-1 0 1,0 3 0,2 3 55,12 68 624,-4 0-1,-3 1 0,-3 88 1,7 87-346,-7-240-476,2-15-583,5-19-958,-1-17-1767,-2-7-3010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18040,'0'0'5555,"158"-24"-5555,-98-3-1793,-6 1-5218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8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 14407,'0'0'7328,"-7"19"-7186,-129 308 685,131-316-819,-21 46 46,-2-2 0,-47 71 0,62-114-89,13-12 21,0 0-1,-1 0 0,1 0 0,0 0 0,0 0 1,0 0-1,-1-1 0,1 1 0,0 0 0,0 0 0,0 0 1,-1 0-1,1 0 0,0 0 0,0-1 0,0 1 0,0 0 1,0 0-1,-1 0 0,1 0 0,0-1 0,0 1 0,0 0 1,0 0-1,0 0 0,0-1 0,0 1 0,0 0 0,0 0 1,0 0-1,0-1 0,-1 1 0,1 0 0,0 0 0,1 0 1,-1-1-1,0 1 0,0 0 0,4-34-2218,13-22-3196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8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10453,'0'0'12582,"118"116"-11270,-48-72-479,1 5-513,-5 1-272,-10 2-48,-15-7-1025,-14-11-2272,-14-20-5683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12374,'0'0'9479,"-2"11"-9215,-26 267 544,-14 89-570,43-420-4669,0 7 420,9-21-3475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1 222 11941,'0'0'7046,"3"-16"-6862,-1 7-168,-1 1-7,0 1 0,1 0 1,0 0-1,0 0 1,0 0-1,1 1 0,0-1 1,0 1-1,1-1 1,0 1-1,0 0 0,0 0 1,1 1-1,0-1 0,6-5 1,6-1 12,0 0 0,0 1-1,1 1 1,26-11 0,-35 17-28,1 0 1,0 1-1,0 0 1,0 1-1,0 0 1,1 0-1,-1 1 1,1 1-1,-1 0 0,15 1 1,-23 0 2,0-1 1,0 1 0,0-1-1,0 1 1,0 0-1,0 0 1,0 0 0,0 0-1,-1 0 1,1 0-1,0 0 1,-1 1 0,1-1-1,-1 1 1,0-1-1,1 1 1,-1-1 0,2 4-1,-1 0-1,1-1 1,-2 1-1,1 0 0,0 0 0,-1 0 1,0-1-1,1 10 0,-2 0 6,1 1 1,-2-1-1,0 1 0,-6 25 1,2-21 3,-1-1 1,-1 0-1,0 0 1,-2-1-1,0 0 1,-16 21-1,0-3 33,-53 56 0,75-89-5,-8 10 214,0 0 0,-1 0-1,-1-1 1,1-1 0,-2 0 0,-27 14-1,41-23 332,3-1-192,35-1-84,-13 0-260,0 1 0,1 1 1,-1 1-1,0 1 0,-1 1 0,39 11 1,-20 5-42,-1 1 1,-1 1 0,67 51-1,-90-61 9,-14-9-2,21 11 73,-25-14-82,1 0 0,0 0 0,-1 0-1,1 0 1,0 0 0,-1 0 0,1 0 0,-1 0 0,1 0 0,0 0 0,-1 0 0,1-1 0,0 1 0,-1 0 0,1-1 0,-1 1 0,1 0 0,-1-1-1,1 1 1,-1 0 0,1-1 0,-1 1 0,1-1 0,-1 1 0,1-1 0,-1 1 0,0-1 0,1 1 0,-1-1 0,0 0 0,1 1 0,-1-1 0,0 0-1,0 1 1,0-1 0,0 1 0,0-1 0,1 0 0,11-74-2446,-8 24-2458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29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49 103 18136,'0'0'2545,"-1"24"-2422,-4 166 131,6-163-202,-1 0 1,-2-1 0,-1 1-1,0-1 1,-2 0 0,-1 0-1,-11 27 1,13-48 289,2-15-92,1-24 67,2 26-244,-1-8-42,-1-32-4,2 1 0,2-1 0,12-56 0,-14 102-27,28-112-19,-23 97 37,0 0 0,1 1 0,1 0 1,14-23-1,-22 37 3,1 1 0,0-1 1,0 1-1,0-1 0,0 1 0,1-1 1,-1 1-1,0 0 0,1 0 0,-1-1 1,1 1-1,-1 0 0,1 0 0,-1 1 1,1-1-1,0 0 0,-1 0 1,1 1-1,0-1 0,0 1 0,2-1 1,-2 1-2,0 1 1,-1-1 0,1 1 0,0 0 0,-1-1 0,1 1 0,-1 0-1,1 0 1,-1 0 0,1 0 0,-1 0 0,0 0 0,1 0 0,-1 1-1,0-1 1,0 0 0,2 4 0,4 7 100,0 0 0,-1 1-1,0 0 1,5 17 0,-10-25-72,55 217 814,-42-154-469,42 123 1,-56-190-416,0 1 0,1-1 1,-1 0-1,1 0 0,-1 0 0,1 1 1,-1-1-1,1 0 0,-1 0 0,1 0 1,0 0-1,0 0 0,0 0 0,-1 0 1,1 0-1,0 0 0,0-1 0,0 1 1,2 1-1,-2-3-35,-1 1 1,1 0-1,0-1 0,-1 1 1,1-1-1,-1 1 1,1-1-1,-1 1 0,1-1 1,-1 0-1,1 1 1,-1-1-1,0 0 0,1 1 1,-1-1-1,0 0 0,0 1 1,0-1-1,1 0 1,-1 0-1,0 1 0,0-2 1,5-54-5305,-4 4-4618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6915,'0'0'17944,"106"-21"-17896,-40-7-48,-4 0-688,-8 8-1089,-15 8-2529,-16 7-10565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0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17048,'0'0'4527,"2"21"-4401,20 153 543,-13-84 13,-5 131-1,-4-171-753,12-170-6368,-9 70-1017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1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19321,'0'0'1633,"149"-49"-1169,-85 21-48,1 0-240,-12 2-176,-7 9-416,-15 10-3474,-17 7-7027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1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87 120 20906,'0'0'1942,"0"18"-1921,-1-17-20,0 29 73,2-1 0,0 1 0,7 36-1,4 23 143,-4 1 0,-4 129 0,-5-147-223,1-70 6,0 0 1,0 0 0,0 0-1,0-1 1,0 1 0,1 0 0,-1 0-1,0 0 1,1 0 0,-1-1-1,1 1 1,2 3 0,-3-5-3,1 1 1,0-1 0,0 1-1,0-1 1,0 1-1,0-1 1,-1 0-1,1 0 1,0 1 0,0-1-1,0 0 1,0 0-1,0 0 1,0 0-1,0 0 1,0 0 0,0-1-1,0 1 1,0 0-1,0 0 1,0-1-1,0 1 1,-1 0 0,1-1-1,0 1 1,1-1-1,5-3-30,0 0-1,0 0 0,0 0 1,-1-1-1,1 0 0,-1 0 1,8-10-1,37-47-636,-35 41 275,8-10-2510,36-64 0,-31 37-4323</inkml:trace>
  <inkml:trace contextRef="#ctx0" brushRef="#br0" timeOffset="1">0 157 15047,'0'0'5490,"110"-117"-5490,-56 92-32,-2 12-592,-9 12-3026,-12 1-5730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17112,'0'0'4498,"114"-36"-4434,-58 6-64,-1-1-624,1-5-1313,-10 3-1585,-9 5-3745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14759,'0'0'5986,"-9"19"-5503,-27 58-192,35-75-280,0 1-1,0-1 1,0 0-1,1 1 1,-1 0-1,1-1 0,-1 1 1,1-1-1,0 1 1,0-1-1,0 1 1,0 0-1,0-1 1,1 1-1,-1-1 1,1 1-1,0-1 1,0 1-1,0-1 1,0 0-1,0 1 1,0-1-1,1 0 0,2 3 1,1 0-1,0 0 0,0 0 0,1 0-1,0-1 1,0 0 0,8 4 0,-1 0-2,23 12 33,-21-11-85,0-1 1,0 2-1,15 13 1,-27-21 22,1 1 0,-1 1 0,0-1 1,0 0-1,-1 1 0,1 0 0,-1 0 1,0-1-1,0 1 0,0 1 0,0-1 1,-1 0-1,1 0 0,-1 1 0,0-1 1,0 0-1,0 5 0,-1-3 12,0 0 1,-1 0-1,0 0 0,1 0 0,-2 0 0,1 0 1,-1-1-1,0 1 0,0 0 0,0-1 0,-1 0 1,0 1-1,0-1 0,0 0 0,0-1 0,-1 1 1,0-1-1,0 1 0,0-1 0,-1 0 0,1-1 1,-1 1-1,0-1 0,0 0 0,0 0 0,-8 3 1,3-5-1863,4-1-2917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2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 21162,'0'0'72,"27"15"-38,-5-2-30,2-1 2,0 1 0,-2 2 0,1 0 0,-2 2 0,0 0 0,24 27 0,-25-20 72,-1 1 0,-1 1 0,-2 0 0,-1 1 0,-1 1 0,-1 1 1,-1 0-1,-2 0 0,10 43 0,-9-17 270,-3 1 1,-2-1 0,-2 1-1,-6 74 1,-2-81-157,-2 0 1,-2-1-1,-2 0 1,-3 0 0,-2-1-1,-1 0 1,-3-2 0,-1 0-1,-30 47 1,16-39 268,-1-1 1,-3-1-1,-2-3 1,-2-1 0,-2-2-1,-86 67 1,103-91 30,-2-1 1,-34 18 0,56-35-368,8-12-920,62-79-5771,-43 51-376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28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15831,'0'0'272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29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218 390 14903,'0'0'4188,"0"-19"-3299,16-151-41,-10 124-714,-2-74-1,-4 119-124,0-1 0,0 1 0,0 0 0,0 0-1,0-1 1,-1 1 0,1 0 0,0 0 0,-1 0 0,1 0 0,-1-1 0,0 1 0,1 0 0,-1 0-1,0 0 1,0 0 0,1 0 0,-1 1 0,0-1 0,0 0 0,0 0 0,0 0 0,0 1-1,0-1 1,-2 0 0,0-1 39,-1 1-1,0 0 1,0 0-1,0 0 1,0 0-1,0 1 1,0-1-1,-5 1 1,-1 0 7,0 1 1,0 0 0,0 1-1,0 0 1,-19 6-1,22-4-59,0 0-1,0 0 0,0 1 1,0 0-1,1 0 0,0 0 1,0 1-1,0 0 0,1 1 1,-1-1-1,2 1 0,-1 0 1,1 0-1,0 0 0,0 1 1,1 0-1,0-1 0,1 1 1,-1 0-1,1 0 0,1 1 1,0-1-1,0 0 0,0 0 1,1 1-1,1-1 0,-1 0 1,1 0-1,1 1 0,-1-1 1,1 0-1,1 0 0,0 0 1,0-1-1,0 1 0,1-1 1,0 1-1,0-1 0,11 12 1,7 2-40,1-1 0,1-2 0,1 0 1,0-2-1,1 0 0,30 11 0,-27-12-522,-1 0-1,0 2 0,-1 0 0,49 43 1,-71-55 537,-1 0 0,0 0 0,0 1 1,0-1-1,0 1 0,-1 0 1,0 0-1,0 0 0,-1 0 0,0 0 1,0 1-1,0-1 0,-1 1 1,0-1-1,0 1 0,-1-1 0,1 1 1,-2 0-1,1 0 0,-1-1 0,0 1 1,0-1-1,0 1 0,-1-1 1,0 1-1,-1-1 0,1 0 0,-1 0 1,-1 0-1,1 0 0,-1-1 1,0 1-1,-6 6 0,-9 7 532,-1-2 0,-1 1-1,0-2 1,-1-1 0,-32 16 0,35-21-228,0-1 1,-1 0-1,0-2 1,0-1-1,-1 0 1,0-1 0,-23 2-1,28-7-176,16 0-109,0 0 0,0 0 0,-1 0 0,1 0 0,0 1 0,-1-1 1,1 0-1,0 0 0,0 0 0,-1-1 0,1 1 0,0 0 0,0 0 0,-1 0 0,1 0 0,0 0 1,0 0-1,0 0 0,-1 0 0,1 0 0,0-1 0,0 1 0,-1 0 0,1 0 0,0 0 0,0 0 0,0-1 1,0 1-1,-1 0 0,1 0 0,0-1 0,0 1 0,0 0 0,0 0 0,0 0 0,0-1 0,0 1 0,0 0 1,0 0-1,-1-1 0,1 1 0,0 0 0,0 0 0,0-1 0,0 1 0,1 0 0,-1 0 0,0-1 1,0 1-1,0 0 0,0 0 0,0-1 0,0 1 0,0 0 0,0 0 0,0-1 0,1 1 0,-1 0 0,0 0 1,0 0-1,0-1 0,0 1 0,1 0 0,-1 0 0,0 0 0,0 0 0,0-1 0,1 1 0,-1 0 0,1-1-115,21-21-3250,8-7-4090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0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156 342 12358,'0'0'6752,"-18"-15"-5309,-58-46-586,70 56-678,1-1-1,-1 1 1,1-1 0,-7-10 0,11 14-102,0 1 1,0-1-1,-1 1 0,1-1 1,0 1-1,0 0 0,-1 0 1,1-1-1,0 1 0,-1 0 1,1 0-1,-1 1 0,-1-2 1,-3 2 333,5 10-453,1-9 52,2 36-13,1-1 0,2 1 0,1-1 0,2-1 0,2 1 0,1-2 0,2 1 0,1-2 0,22 39 0,-31-63-22,1 0 0,1 0-1,0 0 1,0-1 0,0 0 0,1 0-1,0 0 1,1-1 0,-1-1 0,1 0-1,1 0 1,14 7 0,-20-11-57,1 0 0,-1-1 0,1 1 0,0-1 0,0 0-1,-1 0 1,1 0 0,0-1 0,0 0 0,0 0 0,0 0 0,0-1 0,0 1 0,0-1 0,0 0 0,-1-1 0,1 1 0,0-1-1,-1 0 1,1 0 0,-1 0 0,0-1 0,1 1 0,-1-1 0,0 0 0,-1 0 0,1-1 0,-1 1 0,4-5 0,4-6 10,-2 0 1,0-1-1,0 0 1,-1 0 0,-1-1-1,-1 0 1,0 0-1,-1-1 1,-1 0 0,0 1-1,1-20 1,0-25 199,-3-105 0,-3 149 90,0 0-1,-1 1 0,-1-1 1,0 1-1,-1 0 1,-1 0-1,0 0 0,-10-17 1,12 27-51,0 0 0,0 1 0,-1-1 0,1 1-1,-1 0 1,-1 0 0,1 0 0,-1 1 0,0-1 0,0 1 0,0 0 0,0 1 0,-1-1 0,1 1 0,-1 0 0,0 1 0,0-1-1,0 1 1,-1 0 0,1 1 0,0-1 0,-1 1 0,-9 0 0,11 1-136,-1-1 0,1 2 0,-1-1 0,1 1 0,0 0 0,-1 0 0,1 0 0,0 1 0,-1 0 0,1 0 0,0 0 0,0 0 0,-5 5 0,6-4-39,1 0 1,-1 0-1,1 0 0,0 1 1,0 0-1,1-1 1,-1 1-1,1 0 0,-1 0 1,1 0-1,1 1 0,-1-1 1,0 0-1,1 1 0,0-1 1,-1 7-1,1-5-20,0 0 0,1 0 1,-1 0-1,1 0 0,0-1 0,1 1 0,-1 0 0,1 0 0,1 0 0,-1-1 0,1 1 1,3 9-1,-2-11-40,0 0 0,-1 0 0,2 0 0,-1 0 0,0 0 0,1-1 0,0 1 1,0-1-1,0 0 0,0 0 0,0-1 0,1 1 0,-1-1 0,1 0 0,5 2 1,10 2-305,0-1 1,1-1 0,0 0 0,0-2 0,0-1 0,26 0 0,-22-2 52,1 2 0,-1 1 0,36 8 0,-57-9 303,0 1 1,1 0 0,-1 0 0,0 0-1,0 0 1,-1 0 0,1 1 0,0 0-1,-1 0 1,0 0 0,1 0 0,-1 0-1,0 1 1,-1-1 0,1 1 0,-1 0-1,1-1 1,-1 1 0,0 1 0,-1-1-1,1 0 1,-1 0 0,1 1 0,-1-1-1,0 7 1,2 10 107,-2 0 0,0 0 0,-4 43 0,2-53-10,-1 12 197,-2 0 1,0-1-1,-2 1 0,-13 35 1,-44 82 1111,60-135-1876,5-11-310,-2 5 562,12-29-3865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1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9364,'0'0'8663,"0"7"-8490,-5 174 891,6-114-390,-3-1 1,-13 78-1,5-93-129,2-14 61,2 0 1,-3 58-1,10-94-603,-1 0-1,0 0 1,1-1 0,-1 1 0,0 0 0,1 0-1,-1-1 1,1 1 0,-1 0 0,1 0-1,-1-1 1,1 1 0,-1-1 0,1 1 0,0-1-1,-1 1 1,1-1 0,0 1 0,0-1-1,0 1 1,-1-1 0,1 0 0,0 1 0,0-1-1,0 0 1,-1 0 0,1 0 0,0 0-1,1 1 1,32 2 31,-27-3-23,27 0 58,0-1 0,-1-1 0,1-2 0,-1-1-1,52-16 1,-49 10-91,-15 4-114,0 1 1,1 0-1,0 2 0,36-3 0,-57 7-1849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1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0 12662,'0'0'1168,"-21"10"-82,-67 35-264,79-40-664,0 1 0,1 0 0,0 0 0,0 1 0,0 0 0,1 0 0,0 1 0,0 0 1,1 0-1,0 1 0,0-1 0,1 1 0,0 1 0,1-1 0,-4 13 0,6-18-109,1-1-1,0 0 1,0 1-1,0 0 1,0-1-1,1 1 1,0 0-1,0-1 1,0 1-1,0 0 1,0-1-1,2 7 1,-2-8-42,1 0 1,0 0 0,0 0 0,1 0-1,-1 0 1,0-1 0,1 1 0,-1 0-1,1-1 1,-1 1 0,1-1-1,0 1 1,-1-1 0,1 0 0,0 0-1,0 0 1,0 0 0,0 0 0,0 0-1,0-1 1,0 1 0,3 0-1,24 4 24,0-1 0,0-1 0,0-1 0,50-4 0,-51 0-301,0 1 0,0 2 0,0 0 1,0 2-1,34 8 0,-57-9 252,1-1 1,-1 1 0,0 0 0,0 0-1,0 0 1,-1 1 0,1 0 0,-1 0-1,1 0 1,-1 0 0,0 1-1,0 0 1,0 0 0,-1 0 0,1 0-1,-1 0 1,0 1 0,0-1-1,-1 1 1,0 0 0,1 0 0,-1 0-1,-1 0 1,1 0 0,-1 0-1,0 1 1,0-1 0,0 0 0,-1 1-1,0-1 1,0 0 0,0 1 0,-1-1-1,0 1 1,0-1 0,0 0-1,-1 0 1,1 0 0,-1 0 0,-1 0-1,-3 7 1,-1 0 343,-1-1-1,0 0 1,-1-1-1,0 0 1,-1 0-1,0-1 1,0 0-1,-1 0 1,-16 9-1,13-10-6,0 0 0,0-1-1,-1 0 1,0-1 0,0-1 0,0 0 0,-29 5-1,42-10-316,0 1 0,0-1-1,0 0 1,0 1 0,0-1 0,0 0-1,0 0 1,0 0 0,0 0-1,0-1 1,0 1 0,0-1-1,0 1 1,0-1 0,0 0-1,0 1 1,0-1 0,0 0 0,1 0-1,-1 0 1,0 0 0,1-1-1,-1 1 1,1 0 0,-2-3-1,2 1-238,0 0-1,0 0 1,1 0-1,-1 0 1,1 0-1,0 0 1,0 0-1,0 0 1,0 0-1,1 0 1,-1 0-1,1 0 1,0 0-1,-1 0 1,2 0-1,1-5 1,20-36-5766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2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50 10645,'0'0'11360,"0"3"-11107,0-1-256,0-1 1,0 1-1,0 0 0,0 0 0,1 0 1,-1 0-1,0-1 0,1 1 0,-1 0 1,1 0-1,0-1 0,-1 1 0,1-1 1,0 1-1,0 0 0,0-1 0,2 3 1,-1-3-11,0 0 0,1 1 0,-1-1 0,0 0 0,0 0 0,1 0 0,-1-1 1,1 1-1,-1 0 0,1-1 0,-1 0 0,1 0 0,-1 1 0,5-2 0,-4 2-15,0-1 0,0 0-1,0 0 1,0-1-1,0 1 1,-1 0-1,1-1 1,0 0-1,0 1 1,-1-1 0,1 0-1,0-1 1,-1 1-1,1 0 1,-1-1-1,1 1 1,-1-1 0,0 0-1,0 0 1,0 0-1,0 0 1,0 0-1,0 0 1,0-1 0,-1 1-1,1 0 1,-1-1-1,0 0 1,0 1-1,0-1 1,0 0-1,0 1 1,0-1 0,-1 0-1,1 0 1,-1 0-1,0 1 1,0-1-1,0 0 1,0-3 0,-1 5 36,1 0 0,0 0 0,0 0 0,-1 0 0,1 0 1,-1 0-1,1 0 0,-1 0 0,1 0 0,-1 0 0,0 0 0,1 0 1,-1 0-1,0 0 0,0 1 0,0-1 0,0 0 0,1 0 1,-1 1-1,0-1 0,0 1 0,0-1 0,0 1 0,0-1 1,-1 1-1,1 0 0,0 0 0,0-1 0,0 1 0,0 0 1,0 0-1,0 0 0,-3 0 0,-42 3 392,40-1-383,0 0-1,0 0 1,0 0-1,0 1 1,0 0-1,0 0 1,1 1-1,-1-1 1,1 1-1,0 1 1,0-1 0,1 1-1,-1-1 1,1 1-1,0 0 1,0 1-1,1-1 1,-1 1-1,1 0 1,1 0-1,-4 9 1,-1 3-1,1 0 0,1 0 1,1 1-1,1 0 0,0-1 0,1 26 1,1-29-16,1 1 0,1-1 0,1 0 1,0 0-1,1 1 0,0-1 0,8 19 1,-8-27-5,0-1 0,0 0 0,1 0-1,0 0 1,0 0 0,0-1 0,1 1 0,-1-1 0,1 0 0,0-1 0,1 1 0,-1-1 0,1 0 0,0 0 0,0-1 0,0 0 0,1 0 0,10 3 0,-8-3-28,-1-1 0,1 0 0,0-1 1,0 0-1,-1 0 0,1-1 0,0 0 1,0 0-1,0-1 0,0-1 0,-1 1 1,1-1-1,0-1 0,-1 1 0,0-2 1,0 1-1,11-6 0,-8 2-150,0-1 0,-1 0 0,0 0 0,0-1 0,0 0 0,-1-1 0,-1 0 0,0 0 0,0-1 0,12-21 0,-6-7-3461,-11 10-4460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3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108 626 15543,'0'0'4122,"11"-22"-3426,-2 3-562,60-144 546,-56 130-653,-2 0 1,-1 0-1,-1-1 0,-2 0 1,-2-1-1,-1 0 0,-2-69 1,-2 100-9,-1 0 0,0 0 1,0 1-1,0-1 0,0 1 0,0-1 1,-1 1-1,0 0 0,1-1 1,-1 1-1,-1 0 0,1 0 0,0 0 1,-1 0-1,1 1 0,-1-1 1,0 1-1,0-1 0,0 1 0,0 0 1,0 0-1,-1 0 0,1 1 0,-1-1 1,1 1-1,-8-2 0,6 2 28,0 0 0,0 0 0,0 1 1,0-1-1,0 1 0,0 0 0,0 0 0,0 1 0,0 0 0,0 0 0,0 0 0,0 0 0,0 1 0,1-1 0,-1 1 0,0 1 1,1-1-1,-1 1 0,-6 5 0,2 0-43,1 1 1,0 0 0,1 1-1,0-1 1,1 1-1,0 0 1,0 1 0,1 0-1,1 0 1,-1 0-1,2 0 1,0 0 0,0 1-1,1 0 1,0-1-1,1 1 1,1 19 0,0-29-6,0 0 1,0 1 0,0-1-1,0 0 1,1 0 0,-1 0-1,1 0 1,-1 1 0,1-1-1,0 0 1,0 0 0,0 0-1,0 0 1,0-1 0,1 1-1,-1 0 1,1 0 0,-1-1-1,1 1 1,-1-1 0,1 1-1,0-1 1,0 0 0,-1 0-1,1 1 1,0-1 0,0-1-1,0 1 1,1 0 0,2 1-1,7 0-8,-1 0 1,1-1-1,0 0 0,20-1 0,-21-1-1,15-1-121,1-1 0,-1-2-1,0-1 1,-1 0 0,32-14-1,52-13-598,-107 33 713,1-1-1,-1 0 0,1 1 1,-1-1-1,1 1 0,-1-1 0,1 1 1,0 0-1,-1 0 0,1 1 1,-1-1-1,1 0 0,-1 1 0,5 1 1,-6-1 11,0 1 1,1 0 0,-1-1 0,0 1-1,-1 0 1,1 0 0,0-1 0,0 1-1,-1 0 1,1 0 0,-1 0 0,1 0-1,-1 0 1,0 0 0,0 0 0,0 0-1,0 0 1,-1 4 0,-7 296 2099,8-300-2052,0 1 0,0 0 0,0-1-1,0 1 1,1 0 0,-1-1 0,1 1 0,0-1 0,-1 1-1,1-1 1,0 1 0,1-1 0,-1 1 0,2 2-1,-1-4-23,-1 0 0,0 0 0,1 0-1,-1 0 1,0-1 0,1 1 0,-1 0-1,1-1 1,-1 1 0,1-1 0,-1 1-1,1-1 1,0 0 0,-1 0 0,1 1-1,-1-1 1,1 0 0,0-1 0,-1 1-1,1 0 1,-1 0 0,1-1-1,-1 1 1,1-1 0,1 0 0,3-2 8,-1 1 0,1-1 1,-1-1-1,0 1 1,0-1-1,-1 0 0,1 0 1,-1 0-1,0 0 0,0-1 1,0 0-1,-1 0 0,4-6 1,8-14-105,16-37 0,-27 52 19,4-8-535,0-1 0,8-34 0,-8-9-5192,-8 22-6188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3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21914,'0'0'2593,"17"18"-2499,-3-4-85,20 19 14,49 65 1,-36-25 16,-34-51 22,1 0 0,1-1 0,29 33 0,-44-54-54,1 1 1,-1-1 0,0 1-1,1-1 1,-1 1-1,0-1 1,1 0 0,-1 1-1,1-1 1,-1 0-1,1 1 1,-1-1-1,1 0 1,-1 1 0,1-1-1,0 0 1,-1 0-1,1 0 1,-1 1 0,1-1-1,0 0 1,-1 0-1,1 0 1,-1 0 0,1 0-1,0 0 1,-1 0-1,1 0 1,-1-1 0,1 1-1,-1 0 1,1 0-1,0 0 1,-1-1 0,1 1-1,-1 0 1,1 0-1,0-1 1,10-23 291,9-48 58,17-135 1,-4 16-372,-33 191-42,0 0-1,0 0 1,0 0-1,0 0 1,0 0 0,1 0-1,-1 0 1,0 0 0,0 0-1,0 0 1,0 0-1,0 0 1,0 0 0,0 0-1,0 0 1,0 0-1,0 0 1,0 0 0,0 0-1,0 0 1,0 0-1,0 0 1,1 0 0,-1 0-1,0 0 1,0 0-1,0 0 1,0 0-222,0 0 222,0 0-1,0 0 1,0 0 0,0-1-1,2 14-2004,-1 17-2598,-1 13-5151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67 20057,'0'0'1195,"1"12"-1176,8 41-14,-8-51-2,-1 0-1,0 0 0,1 0 1,-1-1-1,1 1 0,0 0 0,-1 0 1,1 0-1,0-1 0,0 1 0,0 0 1,1-1-1,-1 1 0,0-1 1,0 1-1,1-1 0,-1 1 0,1-1 1,0 0-1,-1 0 0,1 0 1,0 0-1,-1 0 0,1 0 0,0-1 1,0 1-1,0 0 0,0-1 1,0 0-1,0 1 0,3-1 0,-2 0 4,0 0 0,-1-1 0,1 1 0,-1-1-1,1 0 1,0 0 0,-1 0 0,1 0 0,-1 0 0,0 0-1,1-1 1,-1 1 0,0-1 0,0 0 0,0 0 0,0 0-1,0 1 1,0-2 0,1-1 0,0-2 31,0 1 0,0-1 0,0 0 0,-1 0 0,0 0 0,0-1 1,-1 1-1,0 0 0,0-1 0,0 1 0,-1-1 0,0-6 0,0 10 31,0 1 0,0-1 0,-1 1 0,1-1 0,-1 1 0,0 0 0,1-1 0,-1 1 0,0 0 0,0-1 0,0 1 0,-1 0 0,1 0 0,-1 0 0,1 0 0,-1 0 0,1 1 0,-1-1 0,0 0-1,0 1 1,0-1 0,0 1 0,0 0 0,0-1 0,0 1 0,-1 0 0,1 0 0,0 1 0,-1-1 0,1 0 0,0 1 0,-1-1 0,-3 1 0,2-1-12,1 1-1,-1 0 1,1 0 0,-1 0-1,1 0 1,-1 1 0,1 0-1,-1-1 1,1 1 0,0 0-1,-1 0 1,1 1 0,0-1-1,0 1 1,0 0 0,0 0-1,-4 3 1,3-1-57,0 1-1,0 0 1,0 0-1,1 1 1,0-1-1,0 1 1,1-1-1,-1 1 1,-1 8-1,-4 16 9,2 0 0,1 0 0,2 0 0,1 1 0,1-1-1,5 45 1,-4-69-7,1 0 0,-1 0 0,1 0 0,0-1 0,1 1 0,0 0 0,0 0 0,0-1 0,0 1 0,1-1 0,0 0 0,0 0 0,0 0 0,1 0 0,0 0 0,8 7 0,-8-9-3,1 0 0,-1 0 0,1 0 0,0 0 0,0-1 0,0 0 0,0 0 0,1-1 0,-1 1 0,0-1 1,1 0-1,-1 0 0,1-1 0,-1 0 0,1 0 0,-1 0 0,1-1 0,9-1 0,-8 0-7,0-1 0,1 0 0,-1 0 0,0 0 0,0-1 0,-1 0 0,1-1 1,-1 1-1,0-1 0,0 0 0,0-1 0,-1 1 0,0-1 0,0 0 0,5-9 0,-2 4-624,-1-1 0,0-1 1,-1 1-1,0-1 0,-1 0 1,0 0-1,5-25 0,-6-9-6361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4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98 738 7684,'0'0'15668,"0"-17"-15185,0 16-476,-1-31 49,2 0 1,9-58-1,7 5-121,3-7-223,11-136 1,-29 199 253,0 6 51,-1 1 0,-1 0 0,-3-23 0,2 43 21,1 1 0,-1 0 0,1 0-1,-1 0 1,1 0 0,-1 0 0,0 0-1,0 0 1,1 0 0,-1 0 0,0 0-1,0 1 1,0-1 0,0 0 0,0 0 0,0 1-1,0-1 1,0 1 0,-1-1 0,1 1-1,0-1 1,0 1 0,0 0 0,0-1-1,-1 1 1,1 0 0,0 0 0,0 0-1,-1 0 1,-1 1 0,-1-1 36,0 0 0,0 0 0,0 0-1,0 1 1,0 0 0,0 0 0,0 0 0,-6 3 0,4 0-68,0 1 1,0-1-1,1 1 1,0 0-1,0 1 0,0-1 1,0 1-1,1 0 1,0 0-1,0 1 0,0-1 1,-3 10-1,1 0-12,0 0-1,0 0 1,2 1-1,-4 22 1,8-35 2,-4 16 3,2 0-1,1 36 1,1-52 2,0 0-1,0 1 1,1-1 0,0 0 0,-1 0 0,2 0-1,-1 0 1,0 0 0,1 0 0,0 0-1,0 0 1,0-1 0,0 1 0,0-1 0,1 1-1,0-1 1,0 0 0,0 0 0,5 4 0,0-2-31,0-1 1,1 0-1,0-1 1,0 0-1,0 0 1,0-1-1,0 0 1,1 0-1,9-1 1,93 0-687,-59-3 310,5 2-98,-57 0 500,0 1 1,0-1 0,0 0-1,0 1 1,0-1 0,0 1-1,0 0 1,-1-1 0,1 1 0,0-1-1,0 1 1,-1 0 0,1 0-1,0-1 1,-1 1 0,1 0-1,-1 0 1,1 0 0,-1 0-1,1 0 1,-1 0 0,0 0-1,1 0 1,-1 0 0,0 0-1,0 0 1,0 0 0,0 0-1,0 0 1,0 0 0,0 1 0,0 44 17,-1-33-10,-2 24 151,-2-1-1,-1 1 1,-22 67 0,17-70 202,2 1-1,1 0 0,2 1 0,-2 48 1,8-83-343,0-1 0,-1 1 0,1-1 0,1 1-1,-1 0 1,0-1 0,0 1 0,0-1 0,0 1 0,0 0 0,0-1 0,1 1 0,-1-1 0,0 1 0,0 0 0,1-1 0,-1 1 0,1-1 0,-1 1 0,0-1-1,1 0 1,-1 1 0,1-1 0,-1 1 0,1-1 0,-1 0 0,1 1 0,-1-1 0,1 0 0,-1 1 0,1-1 0,0 0 0,-1 0 0,1 0 0,-1 0-1,1 0 1,0 1 0,-1-1 0,2 0 0,26-8 250,-14 0-208,-1 0 0,0-1 0,-1 0-1,0-1 1,16-16 0,53-64-126,-69 76 22,34-44-2626,-44 51-2034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5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1 372 18488,'0'0'614,"2"1"-577,3 2-28,1-1-1,-1 0 1,1-1 0,0 1-1,0-1 1,-1 0-1,1 0 1,0-1-1,0 0 1,0 0-1,8-1 1,7 0-16,2000-9 1841,-1703 6-1627,1037-46 35,0-35-230,98-5 87,-1256 81 4,448-40 1047,-628 47-1137,-13 2-12,-1 0 0,1 0-1,0 0 1,-1-1-1,1 1 1,-1-1-1,1 0 1,-1 0-1,0-1 1,1 1 0,-1-1-1,0 1 1,0-1-1,5-4 1,-8 6-16,1-1 0,-1 1-1,0-1 1,1 1 0,-1-1 0,0 0 0,0 1 0,0-1-1,0 1 1,1-1 0,-1 0 0,0 1 0,0-1 0,0 0 0,0 1-1,0-1 1,0 1 0,-1-1 0,1 0 0,0 1 0,0-1-1,0 1 1,-1-1 0,1 0 0,0 1 0,0-1 0,-1 1 0,1-1-1,-1 1 1,1-1 0,0 1 0,-1-1 0,-19-16-1553,-25-13-2925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39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10005,'0'0'3689,"-6"17"-2819,-1 1-622,2-7-67,1 1 1,0 0-1,0 1 0,1-1 1,1 0-1,0 1 1,0 14-1,-2 184 2023,29 260 0,75 1384 274,-93-1550-1645,-3-292-867,3-27-933,0-11-2704,6-50 0,-4 0-7486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0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7523,'0'0'9527,"1"0"-8451,106 21 1248,112 16-695,81-17-560,124 15-913,-407-32-147,0 0 1,0 1-1,19 7 0,-33-5-188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0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15703,'0'0'4608,"22"18"-3979,3 2-501,7 7 9,-1 1 0,47 52 0,-64-61-106,0 0-1,-2 0 0,0 2 1,-1-1-1,-1 1 0,-1 1 1,-1 0-1,-1 0 0,6 34 1,-5-8 320,-3 0 1,-2 1 0,-4 73-1,-1-86 101,-2 0 0,-1-1 1,-3 1-1,0-1 0,-25 63 0,22-73-143,0-1-1,-1-1 1,-2 0 0,0-1-1,-1 0 1,-1-1-1,-1-1 1,-32 30 0,42-44-224,6-5-70,0 0 0,0 0 0,0 1 0,-1-1 0,1 0 0,0 0 1,-1 0-1,1 0 0,-1-1 0,1 1 0,-1 0 0,1-1 0,-1 1 0,0-1 0,1 1 0,-3-1 0,13-14-1037,50-56-4409,-18 15-1178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1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217 423 9668,'0'0'10587,"-3"-16"-9979,2 4-527,-4-19 152,-1-56 0,7 45-92,0 17-126,-1 1 1,0-1 0,-2 0-1,-1 1 1,-1-1 0,-8-25 0,11 48-13,1 0 0,-1 0 0,0 0 0,0 0 0,0 0 0,0 0 0,-1 0 0,1 0 0,0 1 0,-1-1 0,1 0 0,-1 1 0,0 0 0,0-1 0,1 1 0,-1 0 0,0 0 0,0 0 0,0 0 0,0 0 0,0 0 0,0 0 0,0 1 0,-1-1 0,1 1 0,-4-1 0,2 1 2,1 1 1,0-1 0,0 0-1,0 1 1,-1 0 0,1 0 0,0 0-1,0 0 1,0 1 0,0-1-1,0 1 1,1-1 0,-1 1-1,0 0 1,1 0 0,-1 0 0,1 1-1,-3 2 1,-3 6 41,-1 1 0,2 0-1,-1 1 1,2 0 0,0 0 0,0 0 0,1 0-1,-5 25 1,5-15 96,1 0 0,2 0 0,0 1 0,3 39 1,0-53-129,0 1 0,1-1 0,0 0 0,1 0 0,0 0 0,1 0 0,0-1 0,1 1 0,-1-1 0,2 0 0,-1 0 0,1-1 0,1 0 0,0 0 0,0 0 0,0-1 0,1 0 0,8 6 0,17 9-162,0-1 0,1-1 0,56 22 1,30 17-1388,-116-57 1505,0 1-1,0 0 1,0 0 0,-1 0 0,1 0-1,-1 0 1,1 1 0,-1 0 0,0-1-1,-1 1 1,1 1 0,-1-1 0,0 0-1,0 0 1,0 1 0,0-1-1,-1 1 1,1 0 0,-1-1 0,-1 1-1,1 0 1,-1 0 0,1-1 0,-1 1-1,-1 0 1,1 0 0,-1 0 0,0-1-1,0 1 1,0 0 0,0-1-1,-4 6 1,0 2 160,-2-1 0,0 0 0,0-1 0,-1 0-1,0 0 1,-1-1 0,0 0 0,-14 12 0,-88 59 2029,73-55-1176,-67 33 1,128-67-2466,-18 7 1220,0-1 0,0 1 0,0 0 0,0-1 0,6-5 0,42-34-3322,2-12-3690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1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7 190 20057,'0'0'3466,"3"20"-3410,-2-8-46,1 4 4,0 0-1,1 0 0,1-1 1,0 1-1,1-1 0,1 0 1,10 19-1,0-5-15,43 69 48,-53-90-43,0 0 0,0 0 0,0-1 0,1 0 0,1 0 0,-1-1 1,1 0-1,0 0 0,10 5 0,-15-9-3,0-1 0,0 0 0,0 0 0,0 0 0,1 0 1,-1 0-1,0 0 0,1-1 0,-1 1 0,0-1 0,1 0 0,-1 0 0,0-1 1,1 1-1,-1-1 0,0 1 0,1-1 0,3-2 0,-2 1 1,-1-1-1,0 1 1,0-1-1,0 0 1,0 0 0,0-1-1,0 1 1,-1-1-1,0 0 1,0 0-1,3-5 1,4-7 8,-2-1-1,0 0 1,0-1 0,-2 0 0,6-24-1,-6 12 5,-1 0-1,-1-1 0,-2 0 0,-2-59 1,-1 81 13,0 0 0,-1 1 0,0-1 0,0 1 0,-1 0 0,0-1 0,-1 1 0,0 1 0,0-1 0,0 0 0,-1 1 0,0 0 0,0 0 0,-1 0 0,0 1 0,0 0 0,-1 0 0,0 1 0,0-1 0,0 2 0,-10-6 0,11 6 33,-1 1-1,0 0 1,0 0 0,-1 1-1,1-1 1,-1 2 0,1-1-1,-1 1 1,1 0-1,-1 1 1,1 0 0,-1 0-1,0 1 1,1 0 0,-1 0-1,1 0 1,-1 1-1,1 0 1,0 1 0,0 0-1,0 0 1,0 0 0,0 1-1,-8 6 1,6-2-14,-1 0 0,1 0 0,1 1 0,0 0 0,0 1-1,1 0 1,-11 19 0,16-25-41,0-1-1,0 1 1,0 0 0,1-1-1,-1 1 1,1 0-1,0 0 1,0 0-1,0 0 1,1 0-1,0 0 1,-1 0 0,1 0-1,1 0 1,-1 1-1,0-1 1,1 0-1,0 0 1,0 0-1,0-1 1,1 1-1,-1 0 1,1 0 0,0-1-1,0 1 1,0-1-1,5 6 1,-1-3-12,1 0 0,0-1 0,0 0 0,0 0 1,1-1-1,0 0 0,-1-1 0,1 1 0,16 3 0,9 1-134,40 5 0,-59-11 75,55 6-336,-37-5 23,-1 1 0,1 2 1,-1 1-1,41 14 0,-65-18 370,0 1 0,-1-1 1,1 1-1,-1 0 0,1 1 0,-1 0 1,-1 0-1,1 0 0,-1 0 0,0 1 1,0 0-1,0 0 0,-1 0 0,0 1 1,0 0-1,-1 0 0,0 0 1,0 0-1,0 0 0,-1 0 0,0 1 1,-1-1-1,1 1 0,-1-1 0,-1 1 1,0 0-1,-1 11 0,0 1 241,-2-1 0,0 0 0,-1 0 1,-1 0-1,-1-1 0,0 1 0,-2-2 0,0 1 0,-18 29 0,16-32-50,-4 8 39,-1-1 1,0-1-1,-2 0 1,-20 19-1,48-56-3237,20-24-1961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2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13414,'0'0'11189,"-6"1"-10463,5-1-712,-1 1 1,1-1-1,-1 1 0,1-1 0,0 1 1,-1 0-1,1 0 0,0-1 1,-1 1-1,1 0 0,0 0 1,0 0-1,0 0 0,0 0 0,0 0 1,0 1-1,0-1 0,0 0 1,0 1-1,1-1 0,-1 0 1,0 1-1,1-1 0,-1 1 1,1-1-1,-1 3 0,0 5 15,0 0-1,1 1 0,0 16 1,1 0 31,-1 751 730,0-773-788,-1 0 0,1 0 1,1 0-1,-1 0 0,1 0 1,-1-1-1,1 1 0,0 0 0,1 0 1,1 3-1,-2-5 0,0-1-1,1 1 1,-1-1 0,1 0-1,-1 1 1,1-1 0,-1 0-1,1 0 1,0 0-1,0 0 1,-1 0 0,1-1-1,0 1 1,0 0 0,0-1-1,0 0 1,0 1 0,0-1-1,0 0 1,0 0 0,2 0-1,6 0 12,0-1 0,-1 0 0,1-1 1,-1 0-1,1 0 0,-1-1 0,0 0 0,1-1 0,-2 0 0,1 0 0,9-7 0,16-11 113,41-36 0,-47 35-87,11-9-22,-22 17-186,1 0 1,32-19 0,-50 34 132,0 0 0,0 0-1,0 0 1,0 0 0,0 0 0,0-1-1,1 1 1,-1 0 0,0 0-1,0 0 1,0 0 0,0 0 0,1 0-1,-1 0 1,0 0 0,0 0-1,0 0 1,0 0 0,1 0 0,-1 0-1,0 0 1,0 0 0,0 0-1,0 0 1,1 0 0,-1 0 0,0 0-1,0 0 1,0 0 0,0 0-1,1 0 1,-1 0 0,0 0 0,0 0-1,0 1 1,0-1 0,1 0 0,-1 0-1,0 0 1,0 0 0,0 0-1,0 0 1,0 1 0,0-1 0,0 0-1,0 0 1,1 0 0,-1 0-1,0 1 1,0-1 0,0 0 0,0 0-1,0 0 1,0 0 0,0 1-1,0-1 1,0 0 0,0 0 0,0 0-1,0 0 1,0 1 0,0-1-1,0 0 1,-4 13-2489,-15 18-4713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3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88 235 7700,'0'0'13046,"-13"-10"-11974,6 5-911,3 1-94,-1 0 0,0 0 0,0 0 1,-1 1-1,-6-3 0,11 5-57,1 1 0,-1 0 0,0 0 0,0-1 1,0 1-1,1 0 0,-1 0 0,0 0 0,0 0 0,0 0 1,1 0-1,-1 0 0,0 0 0,0 0 0,0 0 0,1 1 1,-1-1-1,0 0 0,0 1 0,0-1 0,0 1 6,0 0-1,0 0 0,1 0 1,-1 0-1,0 0 1,1 0-1,-1 0 0,1 0 1,-1 0-1,1 0 1,-1 0-1,1 1 0,0-1 1,0 0-1,-1 0 1,1 0-1,0 1 0,0 0 1,-5 297 1790,6-205-1531,-2-73-246,2 1 0,0 0 0,2 0 0,7 34 0,-9-52-32,1 1 0,-1 0 0,1-1 0,0 1 0,0-1 1,0 0-1,1 1 0,-1-1 0,1 0 0,0-1 0,0 1 0,1 0 0,-1-1 0,1 0 0,0 0 1,-1 0-1,1 0 0,1 0 0,-1-1 0,0 0 0,1 0 0,-1 0 0,1 0 0,-1-1 1,1 0-1,0 0 0,6 1 0,-3-2-9,1-1 0,-1 1 1,1-1-1,-1-1 0,1 0 1,-1 0-1,0 0 0,0-1 0,0-1 1,0 1-1,-1-1 0,1 0 1,-1-1-1,0 0 0,0 0 0,8-9 1,7-6-50,-1-2 1,-1 0 0,23-36 0,-26 35 32,-2-2 0,-1 0 0,-1-1 0,-1 0 1,15-50-1,-21 55 36,-1-1 1,-1 0 0,-1 0 0,-1 0 0,0-1-1,-2 1 1,-1 0 0,-4-24 0,3 35 7,-1-1 0,0 1 0,-1 0 0,0 0 0,-1 0 0,0 0 0,-1 1 0,0 0 0,0 0 1,-1 0-1,-1 1 0,0 0 0,0 1 0,0-1 0,-1 2 0,-11-8 0,8 6 50,0 2 0,-1-1 0,0 2 0,0 0 0,-1 0 0,1 1 0,-1 1 0,0 0 0,-1 1 0,1 1 0,-1 0 0,-22 0 0,31 2-34,0 1 1,-1-1-1,1 1 1,0 0-1,0 1 1,1 0-1,-1 0 1,0 0-1,0 0 1,1 1-1,0 0 1,-1 0-1,1 1 1,0-1-1,0 1 1,1 0-1,-1 1 1,1-1 0,0 1-1,0-1 1,1 1-1,-1 1 1,1-1-1,0 0 1,0 1-1,1-1 1,0 1-1,0 0 1,0 0-1,1 0 1,-2 8-1,2-6-25,0 1 0,0-1 1,0 0-1,1 1 0,1-1 0,-1 0 0,1 1 0,1-1 0,-1 0 1,1 0-1,1 0 0,6 16 0,-4-16-11,1 1 1,0-1-1,0 0 1,1 0-1,0-1 1,0 0-1,1 0 0,0-1 1,0 0-1,13 8 1,11 3-78,0-2 0,1-1 0,63 18 1,-63-23-119,0 2 0,-1 2 0,0 0 0,35 22 0,-61-31 180,-1 0 1,1 0 0,-1 1 0,0 0-1,0 0 1,0 0 0,-1 1 0,0 0-1,0 0 1,0 0 0,-1 0 0,5 11-1,-4-7 11,-1 0-1,-1 1 1,0-1-1,0 0 1,-1 1-1,-1-1 1,0 21-1,-3-11 79,0 1 1,-1-1-1,-1 1 0,-1-1 0,0-1 0,-2 1 1,-20 36-1,16-34 128,0-1 0,-2 0 1,-1-1-1,0-1 0,-20 19 1,116-109-6549,-34 23-680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4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18569,'0'0'4631,"5"17"-4447,37 131 234,33 127-14,-66-234-361,-5-18-30,1-1 1,1-1 0,1 1 0,14 31 0,-20-51-14,-1-1 1,1 0 0,0 1-1,-1-1 1,1 0-1,0 0 1,0 0-1,0 1 1,0-1 0,0 0-1,0 0 1,0 0-1,0 0 1,0-1-1,1 1 1,-1 0 0,0 0-1,1-1 1,-1 1-1,0-1 1,1 1-1,-1-1 1,0 0 0,1 1-1,-1-1 1,1 0-1,-1 0 1,1 0 0,-1 0-1,1 0 1,-1 0-1,1-1 1,-1 1-1,0 0 1,1-1 0,-1 1-1,0-1 1,1 0-1,-1 1 1,0-1-1,1 0 1,-1 0 0,0 0-1,0 1 1,0-1-1,0 0 1,0-1-1,0 1 1,0 0 0,1-1-1,5-9 21,0 0-1,-1 0 1,0-1 0,-1 1-1,7-22 1,14-68 34,-21 82-50,9-57 57,-2-1 0,-4 0 0,-3-96 0,-5 169-50,-1-22 165,1 26-171,0-1-1,0 1 1,0-1-1,0 1 1,0 0-1,0-1 1,0 1 0,0-1-1,0 1 1,0 0-1,-1-1 1,1 1-1,0 0 1,0-1 0,0 1-1,0 0 1,-1-1-1,1 1 1,0 0-1,0-1 1,-1 1-1,1 0 1,0 0 0,0-1-1,-1 1 1,1 0-1,0 0 1,-1-1-1,1 1 1,0 0 0,-1 0-1,1 0 1,-1 0-1,1 0 1,0-1-1,-1 1 1,1 0-1,0 0 1,-1 0 0,1 0-1,-1 0 1,1 0-1,0 0 1,-1 0-1,1 1 1,-1-1 0,1 0-1,0 0 1,-1 0-1,-1 2-8,1-1-1,0 0 0,0 1 1,0-1-1,0 1 0,0-1 1,1 1-1,-1-1 1,0 1-1,1 0 0,-1 0 1,1-1-1,-1 1 0,1 0 1,0-1-1,0 1 1,0 0-1,0 0 0,0 0 1,0 2-1,0 3-51,-1 12-228,-1 54-1860,7-28-2999,11-11-4145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20041,'0'0'1950,"-3"16"-1499,-7 106-44,7 186 0,4-164-391,-1-19 0,2-116-21,1-11-33,6-15-271,14-82-3362,-12 34-1027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4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15495,'0'0'7075,"114"-35"-6706,-58 5-369,-3 2 0,-5 4-321,-11 9-1664,-18 15-2337</inkml:trace>
  <inkml:trace contextRef="#ctx0" brushRef="#br0" timeOffset="1">77 421 8356,'0'0'15159,"106"-16"-14871,-67 6-240,-3 5-48,-7 5-624,-11 0-2130,-10 1-5265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5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0 142 14519,'0'0'6162,"135"-49"-6162,-77 23-16,-2 2-944,-11 2-2626,-9 1-5074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5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19593,'0'0'1921,"9"143"-1665,5-61-192,-1 8-32,-5 1-16,-2-5-32,-4-12-80,-2-18-416,0-18-17,0-22-687,2-23-5827,2-30 480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5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34 185 12614,'0'0'2377,"17"-21"-2209,58-67 0,-67 80-158,0 0-1,0 0 1,0 1 0,1 0-1,0 1 1,1 0 0,10-6-1,-14 10-14,0-1-1,0 1 1,1 0-1,-1 1 0,1 0 1,-1 0-1,1 0 1,-1 1-1,13 0 0,-18 0-1,1 0-1,-1 1 0,0-1 1,0 0-1,0 1 0,1-1 1,-1 0-1,0 1 0,0 0 0,0-1 1,0 1-1,0 0 0,0-1 1,0 1-1,0 0 0,0 0 1,0 0-1,0 0 0,-1 0 1,1 0-1,0 0 0,-1 0 0,1 0 1,0 0-1,-1 0 0,1 0 1,-1 1-1,0-1 0,1 1 1,1 42-100,-2-33 92,-1 2 24,0 0 1,-1 0-1,-1 0 0,0 0 0,-1-1 0,0 1 0,-1-1 0,0 0 1,-13 20-1,-1-2 242,-1-2 1,-36 41-1,40-51 194,-1-1-1,-22 17 1,33-29-182,0-1 1,-1 1-1,1-1 1,-1 0-1,0-1 0,0 0 1,0 0-1,-1 0 0,1-1 1,-13 2-1,20-4-212,-1 0 0,1 0 0,-1 0 0,1 0 0,-1-1 0,1 1 0,-1 0 0,1 0 0,-1-1 0,1 1 0,0 0 0,-1-1 0,1 1 0,0-1 0,-1 1 0,1 0 0,0-1 0,-1 1 0,1-1 0,0 1 0,0-1 0,0 1 1,-1-1-1,1 1 0,0-1 0,0 1 0,0-1 0,0 1 0,0-1 0,0 1 0,0-1 0,0 1 0,0-1 0,0 1 0,0-1 0,0 1 0,1-1 0,4-22-104,-3 20 49,0 1-1,1-1 0,-1 1 0,1-1 0,0 1 1,0 0-1,0 0 0,0 0 0,0 0 0,0 1 0,1 0 1,-1-1-1,1 1 0,-1 0 0,0 0 0,1 1 1,0-1-1,-1 1 0,1 0 0,5 0 0,-1 0-1,1 0-1,0 1 1,-1 0-1,1 0 1,-1 1-1,0 0 0,1 1 1,8 3-1,-2 2-1,0 2 1,-1-1-1,0 2 0,-1 0 0,0 0 0,0 1 0,-2 1 1,16 20-1,1 5 35,42 80 0,-48-70 186,-1 1 0,16 61-1,5 15 1215,-42-124-1401,0 0 0,0 0-1,1-1 1,-1 1 0,0 0-1,0 0 1,1-1-1,-1 1 1,1 0 0,-1-1-1,0 1 1,1 0 0,-1-1-1,1 1 1,0-1 0,-1 1-1,1 0 1,-1-1 0,1 0-1,0 1 1,-1-1 0,1 1-1,0-1 1,0 0 0,-1 1-1,1-1 1,0 0-1,1 0 1,0 0-15,-1-1 0,1 1 0,-1-1 0,0 0 0,1 0 0,-1 0 0,0 0 0,1 0 0,-1 0 0,0 0 1,0 0-1,0-1 0,0 1 0,0 0 0,1-2 0,25-39-316,43-90 0,-49 89-326,27-59-1818,-4-2-2351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6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0 20505,'0'0'865,"0"97"-865,0-32 368,-8 17-304,-7 10-32,-5 10 48,-9 1-48,-2-10-16,-3-17 0,3-25 48,6-20 32,7-20 0,5-11-80,5-7-16,4-28-1248,4-16-2834,0-8-4386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17192,'0'0'4898,"129"64"-3649,-59-27-545,2 2-400,-5 2-304,-15-7-608,-23-12-3474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3:47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0 687 6979,'0'0'6686,"5"0"-6409,120 0-232,1044-25 1004,814-145-691,-13-116 29,-1638 222-225,422-68 855,-689 125-421,-48 5-2063,-39 2-8987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6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9 931 8980,'0'0'10858,"-2"-2"-10137,1 2-691,0-1-1,1 1 1,-1-1 0,1 0 0,0 1 0,-1-1 0,1 0-1,-1 0 1,1 1 0,0-1 0,0 0 0,-1 0 0,1 0-1,0 1 1,0-1 0,0 0 0,0 0 0,0 0 0,0 0-1,0 1 1,0-1 0,0 0 0,0 0 0,1 0 0,-1 1 0,0-1-1,1 0 1,-1 0 0,0 1 0,1-1 0,-1 0 0,1 1-1,-1-1 1,1 0 0,-1 1 0,1-1 0,-1 1 0,1-1-1,1 0 1,33-33 335,-30 30-309,68-54 209,3 4 1,2 3 0,2 3-1,3 4 1,1 3 0,120-39-1,-128 55-136,2 5 0,0 3 0,0 3 0,145-7 0,-97 20-38,0 5 0,164 27 0,-85-8 739,312-4 0,-516-19-684,-27 4-127,24-4-53,-1 1-1,1-1 1,-1 1 0,1-1-1,-1 0 1,1 0-1,-1 0 1,1 0 0,-1-1-1,1 1 1,-1 0 0,1-1-1,0 0 1,-1 0 0,1 0-1,-1 0 1,1 0 0,0 0-1,0 0 1,0-1 0,-4-3-1,2 0-139,1-1 0,0 1-1,0-1 1,1 0 0,-1 0-1,1 0 1,-2-12 0,-10-34-676,-3 2 1,-24-50-1,28 73 976,-1 1 0,-1 0 0,-1 1 0,-2 1 0,-24-26 0,42 49-77,0 1-1,-1 0 1,1 0 0,-1-1 0,1 1 0,0 0 0,-1-1 0,1 1-1,0 0 1,-1-1 0,1 1 0,0 0 0,0-1 0,-1 1-1,1-1 1,0 1 0,0-1 0,0 1 0,-1-1 0,1 1-1,0 0 1,0-1 0,0 1 0,0-1 0,0 1 0,0-1 0,0 1-1,0-1 1,0 1 0,0-1 0,1 1 0,-1-1 0,16-2 186,26 13-455,-28-6 217,-1 0-1,0 2 1,0 0 0,-1 0-1,1 1 1,-2 1-1,1 0 1,-1 0-1,0 1 1,0 1 0,-1-1-1,-1 2 1,0 0-1,0 0 1,-1 0 0,0 1-1,-1 0 1,-1 1-1,0-1 1,0 1-1,-1 1 1,-1-1 0,0 1-1,2 17 1,-3 0 38,-1 0 0,-2 0 1,-1 0-1,-1-1 0,-1 1 1,-2 0-1,-2-1 0,0 0 1,-21 52-1,10-40 312,-2-2 1,-2-1-1,-2 0 1,-1-2-1,-1 0 1,-38 37-1,-36 30 934,85-91-1075,-1 0 0,1-1-1,-2-1 1,0 0 0,-19 8 0,67-33-2677,47-30 1,0-9-3167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7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 12534,'0'0'9978,"-2"14"-9610,-3 9-169,2 1-1,1-1 1,1 48 0,9 22 306,12 255 1314,-20-339-1748,0 1 1,-1 0 0,-1-1-1,1 1 1,-1-1 0,-1 0 0,0 1-1,0-1 1,-1 0 0,0-1 0,0 1-1,-10 13 1,10-16-42,-1-1-1,0 0 0,0 0 1,0 0-1,0-1 1,-1 0-1,0 0 0,0 0 1,0-1-1,0 1 1,-1-2-1,1 1 0,-1-1 1,0 0-1,1 0 1,-1 0-1,0-1 1,-8 0-1,14-1-36,-12 1 1,0 0-1,0-1 0,0 0 1,-24-5-1,34 5-127,1-1 1,-1 1-1,0-1 1,1 0-1,-1 0 1,1 0-1,-1-1 1,1 1-1,0 0 1,-1-1 0,1 0-1,0 1 1,0-1-1,0 0 1,0 0-1,0 0 1,1-1-1,-1 1 1,1 0-1,-1-1 1,1 1-1,0-1 1,0 1-1,0-1 1,0 1-1,0-1 1,1 0-1,-1 1 1,0-4-1,0-29-4206,1-2-3304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7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 16936,'0'0'6275,"174"-56"-6003,-89 39-272,4 2-32,-4 2-817,-6 2-2320,-13 2-4307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8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16856,'0'0'3980,"0"17"-3737,3 17-14,1 0 1,1 0-1,2-1 1,12 36-1,-18-66-213,5 15 45,0 0 0,2 0 0,16 28 1,-22-43-54,0 1 0,1 0 0,0-1 1,0 1-1,0-1 0,0 0 1,0 0-1,1 0 0,-1 0 1,1 0-1,0-1 0,0 0 0,0 0 1,0 0-1,0 0 0,0-1 1,0 1-1,1-1 0,-1 0 0,1 0 1,6 0-1,-9-1 1,-1 0 0,1-1-1,-1 1 1,1 0 0,-1 0 0,1-1 0,-1 1-1,1-1 1,-1 1 0,0-1 0,1 0-1,-1 1 1,0-1 0,1 0 0,-1 0 0,0 0-1,0 0 1,0 0 0,0 0 0,0-1 0,2-1-1,-1-1 16,0 0 0,-1 0 0,1 0 0,-1 0-1,1 0 1,-1 0 0,1-8 0,-1-2 79,0 0 1,-1 0 0,-1 0-1,-2-16 1,0 20-60,0 0 0,0-1-1,-1 1 1,0 1 0,-1-1 0,0 0 0,-1 1 0,1 0 0,-14-14 0,13 15-60,-1 1 0,0-1 1,0 2-1,-1-1 0,1 1 1,-1 0-1,-1 1 1,1 0-1,-1 0 0,-15-5 1,22 9-115,-1 0 0,1 0 1,0 1-1,-1 0 1,1-1-1,0 1 0,-1 0 1,1 0-1,-1 0 1,-2 1-1,4-1-95,0 1 0,1-1 0,-1 0 0,0 1 0,0-1 0,1 1-1,-1-1 1,1 1 0,-1-1 0,0 1 0,1-1 0,-1 1 0,1 0 0,0-1 0,-1 1 0,1 0 0,-1-1 0,1 1-1,0 0 1,0 0 0,-1-1 0,1 1 0,0 0 0,0 0 0,0-1 0,0 1 0,0 0 0,0 1 0,-1 20-9097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8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20858,'0'0'3236,"-3"20"-3114,-7 132 187,11 201-1,0-328-301,-1-12-6,0-1 0,1 0 0,1 0 0,0 1 0,5 15 0,-7-28-47,0 1-1,0 0 1,0 0 0,0-1 0,1 1-1,-1 0 1,0-1 0,0 1 0,1-1-1,-1 1 1,1 0 0,-1-1-1,1 1 1,-1-1 0,1 1 0,-1-1-1,1 1 1,-1-1 0,1 1 0,-1-1-1,1 0 1,0 1 0,-1-1-1,1 0 1,0 1 0,-1-1 0,1 0-1,0 0 1,-1 0 0,1 0 0,0 0-1,0 0 1,-1 0 0,1 0-1,0 0 1,-1 0 0,1 0 0,0 0-1,0 0 1,-1 0 0,1-1 0,0 1-1,-1 0 1,1-1 0,0 1-1,-1 0 1,1-1 0,-1 1 0,1-1-1,0 0 1,2-1-566,0-1-1,0 0 1,0 0-1,0 0 1,0-1 0,-1 1-1,3-5 1,15-34-7098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8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90 134 19289,'0'0'4271,"-7"18"-3993,-1 3-231,3-10-31,1-1 0,0 1 0,1 0 0,0 0 1,1 0-1,0 0 0,1 0 0,0 18 0,1 141 112,-1-170-126,0 0 0,-1-1 0,1 1 0,0-1 0,-1 1 0,1-1 0,0 0 0,0 1 1,0-1-1,-1 0 0,1 0 0,0 0 0,-1-2 0,-3-5-12,1-1-1,0 0 1,0 0 0,1 0 0,0 0-1,1 0 1,0 0 0,0-1-1,1 1 1,0-11 0,0-12-67,6-53 0,-4 72 68,2 1-1,0-1 1,0 1 0,1-1-1,1 1 1,0 1-1,0-1 1,1 0-1,1 1 1,15-19-1,-18 24 10,1 0-1,0 1 0,0 0 1,0 0-1,1 0 1,-1 0-1,1 1 0,1 0 1,-1 1-1,0-1 0,1 1 1,0 0-1,0 1 0,0-1 1,0 2-1,0-1 0,0 1 1,0 0-1,1 0 1,11 1-1,-12 1 0,-1 1 1,1 0-1,0 0 0,-1 1 1,1-1-1,-1 1 1,0 1-1,0-1 0,0 1 1,-1 0-1,1 1 0,-1-1 1,0 1-1,0 0 0,-1 0 1,8 12-1,6 8 22,-1 2-1,17 38 0,-32-62-17,52 122 109,-10-21-69,-43-100-111,1 0 1,1 0-1,-1-1 0,1 1 1,-1 0-1,4 3 0,-5-7-28,-1 1 0,1-1 0,-1 0-1,1 1 1,-1-1 0,0 0 0,1 1 0,-1-1-1,1 0 1,-1 0 0,1 1 0,-1-1 0,1 0-1,0 0 1,-1 0 0,1 0 0,-1 0 0,1 0-1,-1 0 1,1 0 0,-1 0 0,2 0-1,-1-1-172,0 1-1,-1-1 0,1 0 0,0 1 1,0-1-1,0 0 0,-1 1 0,1-1 1,0 0-1,-1 0 0,1 0 0,-1 0 1,1 0-1,-1 0 0,0 0 0,1 0 1,-1-1-1,9-31-7875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9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19417,'0'0'4429,"1"26"-4072,20 191 283,2 114-439,-10-83-162,-13-240-49,1-1 0,0 1 0,1-1 0,0 0 0,0 1 0,3 6 0,-4-13-78,-1 1 0,1-1 1,0 0-1,0 0 0,-1 0 0,1 0 0,0 1 0,0-1 0,0 0 0,0-1 1,0 1-1,0 0 0,0 0 0,1 0 0,-1-1 0,0 1 0,0 0 0,0-1 0,1 1 1,-1-1-1,0 0 0,1 1 0,-1-1 0,1 0 0,-1 0 0,0 0 0,1 0 1,-1 0-1,1 0 0,-1 0 0,0 0 0,1-1 0,-1 1 0,0 0 0,1-1 1,-1 1-1,0-1 0,2-1 0,1 0-638,0 0 0,-1 0 0,1-1 0,-1 0 0,0 0 0,5-5 0,25-32-8911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9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15543,'0'0'3925,"-13"19"-3555,-41 68-185,51-81-180,1 1 0,0-1 0,0 1 0,0 0 1,1-1-1,0 1 0,0 0 0,0 0 1,1 0-1,1 0 0,-1 0 0,1 0 0,0 0 1,0 0-1,1-1 0,0 1 0,0 0 1,1-1-1,-1 1 0,2-1 0,-1 0 0,1 0 1,4 6-1,6 6-152,0 0-1,1-1 1,1-1-1,0 0 1,32 22 0,-11-7-7,-34-29 166,1 1-1,-2 0 1,1-1 0,0 1-1,0 1 1,-1-1 0,0 0-1,0 1 1,0-1 0,0 1-1,0-1 1,0 1 0,-1 0-1,0 0 1,0 0 0,0 0-1,0 0 1,-1 0 0,0 0-1,1 0 1,-2 7-1,0-6 87,0 0-1,-1 0 1,1 0-1,-1 0 0,0 0 1,0-1-1,-1 1 0,0-1 1,1 1-1,-2-1 0,1 0 1,0 0-1,-1 0 1,1-1-1,-9 7 0,-7 4 618,-36 20 1,48-30-924,-1 0 1,1-1 0,-1 0 0,0 0-1,0-1 1,0 0 0,0 0 0,-13 1-1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39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1 521 8004,'0'0'11013,"0"6"-10568,-1-5-434,1 0-1,0 0 1,0 0-1,0-1 1,0 1-1,1 0 0,-1 0 1,0 0-1,0-1 1,0 1-1,1 0 1,-1 0-1,0-1 1,1 1-1,-1 0 1,0-1-1,1 1 0,-1 0 1,1-1-1,-1 1 1,1 0-1,0-1 1,-1 1-1,1-1 1,0 1-1,-1-1 1,1 0-1,0 1 0,-1-1 1,1 0-1,0 1 1,0-1-1,0 0 1,-1 0-1,1 1 1,1-1-1,13-1 86,-1 0-1,0 0 1,0-1-1,23-7 1,1297-341 3879,-1275 333-3836,528-145 818,-572 157-937,-18 5-6,-24 5-13,-30 13-510,-91 43 0,45-16-2275,26-15-1138,-3 1-3302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0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285 598 10341,'-20'7'4175,"1"-1"-3782,-122 40 3254,37-21 1696,164-30-3880,-41 4-1343,36-5-1,99-33 735,150-60 1,-189 60-550,1333-411 1147,-1276 407-684,-248 49-6109,51-1 581,-3-3-4809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4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3184 12358,'0'0'5399,"-4"0"-5052,4 0-316,-1 0 0,1 1 0,-1-1 0,1 0 0,-1-1 0,1 1 0,-1 0-1,1 0 1,-1 0 0,1 0 0,-1 0 0,1 0 0,-1 0 0,1-1 0,0 1 0,-1 0 0,1 0 0,-1-1-1,1 1 1,0 0 0,-1-1 0,1 1 0,-1 0 0,1-1 0,0 1 0,0-1 0,-1 1 0,1 0-1,0-1 1,2-17 521,24-29-60,-14 28-304,29-50-66,3 3 1,4 1 0,2 3 0,83-81 0,260-193-110,167-35 71,35 52-168,-352 198 52,451-156 0,441-29-161,661-4-1282,24 149 16,-1158 110 1790,-560 43-319,637-47 193,-3 30 79,-595 25 44,-153-12 932,-31-22-1305,1-3 1,2-1 0,1-2-1,-39-52 1,62 73 125,-2 0 0,-24-19 0,21 19 903,48 18-869,-8 3-124,1 0-1,-1 0 1,0 2-1,0 0 1,0 2-1,-1 0 1,1 1-1,-1 0 1,-1 2-1,0 0 1,0 1-1,22 17 1,-26-17 6,0 1 1,0 0-1,-1 0 0,0 2 1,-1-1-1,-1 2 0,0-1 1,-1 1-1,0 1 0,-1-1 1,-1 2-1,0-1 1,-1 1-1,8 30 0,-11-25 13,0 1-1,-1-1 1,-2 0 0,0 1-1,-1-1 1,-1 0-1,-1 0 1,0 0-1,-2 0 1,-1 0 0,0-1-1,-2 0 1,0 0-1,-1-1 1,-1 0-1,-23 33 1,18-30 89,0-1 0,-2 0 0,0-1 0,-2-1 0,0 0 0,-1-2 0,-1 0 0,-25 16 0,34-28 62,11-5-202,1 0-1,0 0 1,0 1-1,0-1 1,0 0-1,0 0 1,0 0-1,0 0 0,-1 0 1,1 0-1,0 0 1,0 0-1,0 0 1,0 0-1,0 1 1,-1-1-1,1 0 0,0 0 1,0 0-1,0 0 1,0 0-1,0 0 1,-1 0-1,1 0 0,0 0 1,0 0-1,0 0 1,0 0-1,-1 0 1,1-1-1,0 1 1,0 0-1,0 0 0,0 0 1,0 0-1,-1 0 1,1 0-1,0 0 1,0 0-1,0 0 0,0 0 1,0-1-1,0 1 1,0 0-1,0 0 1,-1 0-1,1 0 1,0 0-1,0-1 0,0 1 1,0 0-1,0 0 1,0 0-1,0 0 1,0 0-1,0-1 1,0 1-1,0 0 0,0 0 1,0 0-1,0 0 1,0-1-1,0 1 1,0 0-1,0 0 0,0 0 1,0 0-1,0 0 1,1-1-1,14-34-6646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2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7235,'0'0'13889,"-5"0"-12461,-14 0-415,19 0-1001,0 0 0,-1-1 0,1 1-1,0 0 1,0 0 0,0 0 0,0 0-1,-1 0 1,1 0 0,0 0-1,0 0 1,0 0 0,0 0 0,-1 1-1,1-1 1,0 0 0,0 0 0,0 0-1,0 0 1,-1 0 0,1 0-1,0 0 1,0 0 0,0 0 0,0 1-1,0-1 1,0 0 0,-1 0 0,1 0-1,0 0 1,0 0 0,0 0-1,0 1 1,0-1 0,0 0 0,0 0-1,0 0 1,0 0 0,0 1 0,0-1-1,0 0 1,0 0 0,0 0-1,0 0 1,0 1 0,0-1 0,0 0-1,0 0 1,0 0 0,0 0-1,0 1 1,0-1 0,0 0 0,0 0-1,0 0 1,0 0 0,0 1 0,0-1-1,1 0 1,-1 0 0,0 0-1,0 0 1,0 0 0,0 0 0,0 0-1,0 1 1,1-1 0,-1 0 0,1 1 67,65 101 193,-38-62-113,24 47-1,-2 24-21,40 126 0,-27-67-136,-62-165-156,1-1-1,0 1 0,0-1 0,1 1 1,5 6-1,-8-11 88,0 1-1,0-1 1,0 0-1,1 0 1,-1 1 0,0-1-1,1 0 1,-1 0-1,0 0 1,0 1 0,1-1-1,-1 0 1,0 0-1,1 0 1,-1 0 0,0 0-1,1 0 1,-1 0-1,0 0 1,1 0 0,-1 0-1,0 0 1,1 0-1,-1 0 1,0 0 0,1 0-1,-1 0 1,0 0-1,1 0 1,-1 0 0,0 0-1,1 0 1,0-2-164,0 1 0,0 0 0,0 0 0,0 0-1,-1 0 1,1-1 0,0 1 0,-1 0 0,1-1 0,-1 1 0,1 0 0,-1-1 0,0-1 0,8-42-5368,-5-17-3788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2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0 431 15319,'0'0'6739,"44"-99"-6003,18 43-79,15-5-177,6-3-384,-7 5-96,-5 12-832,-13 14-1585,-21 21-2274,-18 12-6418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1 453 17272,'0'0'7539,"95"-129"-7363,-27 64-176,5-6-80,1 1-1360,-3 6-1826,-11 10-2945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3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20217,'0'0'3938,"4"22"-3882,-2-12-48,0 5 1,1-1 0,0 1 0,1-1 0,1 0 0,0 0 0,1-1 0,0 1 1,1-1-1,12 16 0,-6-12 4,1-1 0,26 26 0,-36-39-50,0 1 0,0-1 0,1 1 0,0-1 0,0 0 0,0-1-1,0 0 1,0 1 0,0-1 0,0-1 0,1 1 0,-1-1-1,1 0 1,-1 0 0,10-1 0,-14 0 20,0 0 1,0 0 0,0 0-1,0 0 1,0-1-1,0 1 1,0-1 0,0 1-1,0-1 1,0 1-1,0-1 1,0 1-1,0-1 1,-1 0 0,1 1-1,0-1 1,0 0-1,-1 0 1,1 1 0,-1-1-1,1 0 1,-1 0-1,1 0 1,-1 0-1,1 0 1,-1 0 0,0 0-1,1 0 1,-1-2-1,2-35-402,-2 29 392,0 1 28,0 0 1,0 0-1,-1 0 1,-1 0-1,1 1 1,-1-1-1,0 0 1,-1 1-1,0-1 0,0 1 1,-1 0-1,1 0 1,-2 0-1,1 0 1,-1 1-1,0 0 1,0 0-1,-1 0 1,1 1-1,-1-1 1,-1 1-1,1 1 1,-1-1-1,0 1 1,0 0-1,0 1 0,0 0 1,-11-4-1,9 5-209,0-1 0,-1 2 0,1-1-1,-1 1 1,1 0 0,-12 1 0,17 1-153,-1-1 0,1 1 0,-1 0 1,1 0-1,0 0 0,-7 3 1,9-3-103,0 0 0,0 1 0,-1-1 0,1 1 0,0-1 0,0 1 0,1 0 0,-1-1 0,0 1 0,0 0 0,1 0 0,-2 3 0,-7 21-10905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3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20377,'0'0'4002,"27"132"-4034,8-53 32,-4-9 0,-4-8-32,-2-17-416,-7-15-368,-1-14-801,-5-14-880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4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24 292 17832,'0'0'3018,"-5"-19"-1655,-13-64-931,18 78-428,-1 0 1,1 0-1,0 0 0,1 0 1,-1 0-1,1 0 0,0 0 1,0 1-1,0-1 0,1 0 1,0 0-1,0 1 0,0-1 1,0 1-1,5-6 0,0 1-23,1 0 0,0 0-1,1 1 1,13-10 0,-18 15 6,4-4-66,1 1 0,0 1 0,0-1 0,0 1 0,1 1 0,-1 0 0,1 0 0,0 1 0,16-3-1,-23 6 52,0-1 0,0 1-1,0-1 1,-1 1-1,1 0 1,0 0-1,0 0 1,0 1 0,0-1-1,-1 1 1,1-1-1,0 1 1,0 0-1,-1 0 1,1 0 0,0 0-1,-1 1 1,1-1-1,-1 1 1,0 0-1,0-1 1,1 1-1,-1 0 1,0 0 0,0 0-1,-1 1 1,1-1-1,0 0 1,-1 1-1,1-1 1,-1 1 0,0 0-1,0-1 1,0 1-1,0 0 1,-1 0-1,1-1 1,0 5-1,1 9 6,-1 1 0,-1-1-1,0 0 1,-1 1 0,-1-1-1,0 0 1,-2 0 0,0 0-1,0 0 1,-1-1 0,-14 28 0,5-16 49,-1 0 1,-2-2-1,0 0 1,-2 0 0,-30 29-1,43-47 69,3-3 29,0 0 0,-1 0 1,1-1-1,-1 1 0,0-1 0,0 0 0,0 0 0,-1 0 0,1 0 0,-1-1 0,0 0 0,-8 3 0,47-17 602,-22 9-709,1 1 1,0 0 0,0 1 0,0 1 0,0 0 0,0 0 0,0 2 0,0-1-1,0 2 1,0 0 0,-1 0 0,1 1 0,14 7 0,9 7 27,0 2 0,62 46-1,-7-3 49,-86-60-114,30 15 99,-35-17-89,1-1 1,0 1 0,0-1 0,0 1-1,0-1 1,0 0 0,0 0-1,0 1 1,0-1 0,0 0 0,0 0-1,0 0 1,0 0 0,0 0-1,0 0 1,0-1 0,0 1 0,0 0-1,0 0 1,0-1 0,0 1-1,0-1 1,0 1 0,-1 0 0,1-1-1,0 0 1,0 1 0,0-1-1,-1 0 1,1 1 0,0-1 0,0-1-1,5-12-746,-1 0-1,-1 0 1,0 0 0,-1-1-1,-1 0 1,2-17-1,-1 5-1789,6-45-6494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4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18520,'0'0'4242,"19"128"-4226,4-61 0,-5-5 64,1-8-80,-7-17-256,-1-13-624,-5-14-1025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4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1 366 14118,'0'0'9389,"17"-9"-9213,-4 2-156,1 0-16,1-1 0,-1 1 0,2 1 0,-1 1 0,1 0 0,28-4 0,-28 7-38,1 1 0,0 1 0,0 1 1,0 0-1,0 1 0,0 0 0,-1 2 0,1 0 0,-1 1 1,16 7-1,-22-7 31,0 0 0,0 0 0,-1 1 0,0 0-1,-1 1 1,1 0 0,-1 0 0,0 1 0,-1 0 0,0 0 0,0 1 0,-1 0 0,0 0 0,0 0 0,-1 1 0,6 16 0,-9-19 21,0 0 0,0 1-1,0-1 1,-1 1 0,0 0 0,-1 14 0,-13-24 105,11 0-116,0 0 0,-1 0 0,1 0 1,0 0-1,0-1 0,0 1 0,1-1 0,-1 0 1,0 1-1,1-1 0,0 0 0,0 0 0,-2-5 1,-8-45-69,10 43 50,-6-47-21,3-110-1,4 120 29,0 46 4,0-17-6,0-1-1,2 1 1,6-32-1,-7 46 4,0 0 0,0 0-1,1 0 1,0 0 0,0 0-1,0 0 1,0 0 0,0 1 0,1-1-1,2-2 1,-3 4 1,0 1 0,-1 0 0,1-1-1,0 1 1,0 0 0,0 0 0,0 0 0,0 0 0,0 1 0,0-1-1,0 0 1,0 1 0,0 0 0,1-1 0,-1 1 0,0 0 0,0 0-1,0 0 1,1 0 0,2 1 0,-1 0 3,0 0 0,-1 1 0,1-1 0,-1 1 0,0 0 1,1 0-1,-1 0 0,0 0 0,0 0 0,0 1 0,0-1 0,-1 1 0,1 0 0,-1 0 0,0 0 0,4 6 0,3 7 68,0 0-1,8 22 0,-10-19 37,68 197 1084,-14-31-558,-50-165-539,-11-20-106,0 0 0,0 0 0,0 0 0,1 0 0,-1 1 0,0-1 0,0 0 0,0 0 0,0 0 0,0 0 0,1 0 0,-1 0 0,0 0 0,0 0 0,0 0 0,1 1 0,-1-1 0,0 0 0,0 0 0,0 0 0,0 0 0,1 0 0,-1 0 0,0 0 0,0 0 0,0 0 0,1 0 0,-1-1 0,0 1 0,0 0 0,0 0 0,1 0 0,-1 0 0,0 0 0,0 0 0,0 0 1,0 0-1,1 0 0,-1-1 0,0 1 0,0 0 0,0 0 0,0 0 0,0-1 0,2-2-280,-1-1 0,0 1 0,0-1 0,0 1-1,0-1 1,-1 0 0,1-6 0,0-35-3977,0-7-4600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5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1 332 18953,'0'0'5045,"19"21"-4744,116 121 105,-127-134-379,0 0-1,1-1 1,15 11 0,-20-16-15,1 1 0,-1-1 0,1-1-1,-1 1 1,1 0 0,0-1 0,-1 0 0,1 0-1,0-1 1,8 1 0,-10-1 5,-1-1 0,0 1-1,0-1 1,0 0 0,0 0 0,1 0 0,-1 0-1,0 0 1,-1 0 0,1-1 0,0 1-1,0 0 1,-1-1 0,1 0 0,0 1 0,-1-1-1,0 0 1,1 0 0,-1 0 0,0 0-1,0 0 1,0 0 0,0 0 0,0 0 0,-1 0-1,1 0 1,0-4 0,2-7 73,0 0 0,-1 0 0,2-20 0,-3-2-120,-1-1 0,-1 1 0,-3 0 0,0 0 0,-2 0 0,-2 1 0,-22-63 0,23 79-532,-12-29-619,3 19-4853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5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20890,'0'0'5178,"-4"6"-4949,2-3-231,1 1-1,-1 0 0,1-1 1,0 1-1,0 0 0,0 0 1,1 0-1,-1 0 1,1 0-1,0 0 0,0 0 1,0 0-1,1 0 0,-1-1 1,3 9-1,3 10 13,16 36 0,-9-23 18,-7-19-7,48 120 155,-46-119-143,1 0 1,0 0-1,2-1 1,0-1-1,19 22 0,-26-33-30,-1 0-1,1-1 0,1 1 1,-1-1-1,0 0 1,1-1-1,-1 1 0,1-1 1,0 1-1,0-1 1,0-1-1,8 3 1,-9-4-11,0 1 0,-1-1 0,1 0 0,-1 0 0,1-1 0,0 1 0,-1-1 0,1 0 0,-1 1 0,1-2 0,-1 1 0,1 0 0,-1-1 0,0 1 0,0-1 0,0 0 0,0 0 0,0 0 0,3-4 0,8-8-106,0-1 1,-1-1-1,-1 0 0,-1 0 1,0-1-1,-1-1 0,9-23 1,-12 25-1306,-1-1 0,0-1 0,-1 1 0,4-32 1,-7 5-9916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6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1 315 22202,'0'0'2943,"0"11"-2956,32 187-24,-9-76 73,-19-96-27,-4-17-3,1-1 0,0 0-1,1 1 1,0-1-1,0 0 1,7 14 0,-5-46 116,-19-495 164,12 353 558,3 132 41,0 34-871,1 0 0,-1 0 0,1 0 1,-1 0-1,1 0 0,-1 0 1,1 0-1,-1 0 0,1 0 1,-1 0-1,1 0 0,-1 0 1,0 0-1,1 0 0,-1 0 1,1 1-1,-1-1 0,1 0 1,-1 0-1,1 0 0,-1 1 1,0-1-1,1 0 0,-1 1 1,1-1-1,-1 1 0,12 12 12,-1 0-1,0 1 1,-1 0-1,-1 0 1,0 1-1,11 27 1,-4-10 51,28 56-25,43 79 31,-66-132-152,1 0 0,42 48 0,-35-54-452,-18-22-8861,-24-13-4632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6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1 328 5330,'0'0'22059,"64"-83"-22380,2 30 241,7-6-784,-11 3-1201,-19 11-2257,-22 13-8692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6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12662,'0'0'1392,"-8"123"-287,10-5 1072,35 38-160,21 33-352,21 20-385,12 11-207,17-1-497,18-13-480,21-41-96,29-53-960,23-69-3587,8-58-11540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5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24 3105,'0'0'16331,"-3"-5"-14797,2 5-1489,0-1 1,1 1 0,-1-1 0,1 1 0,0-1 0,-1 1 0,1-1 0,-1 0-1,1 1 1,0-1 0,0 0 0,-1 1 0,1-1 0,0 0 0,0 1-1,0-1 1,0 0 0,0 1 0,0-1 0,0 0 0,0 0 0,0 1-1,0-2 1,1 2-16,-1-1-1,1 1 0,-1 0 1,1-1-1,0 1 1,-1 0-1,1 0 0,0 0 1,-1 0-1,1 0 0,-1 0 1,1 0-1,0 0 0,-1 0 1,1 0-1,0 0 1,-1 0-1,1 0 0,0 0 1,0 1-1,9 2 49,0 1-1,0 0 1,13 7-1,2 4-26,0 1 1,-1 1-1,-1 1 0,0 1 0,-1 1 1,-1 1-1,35 46 0,-34-36-25,-2 1 0,-2 1 0,0 1 0,-3 1 0,19 58 0,-16-23-136,-3 1 0,-3 0-1,-3 1 1,-3 0 0,-4 0 0,-7 84 0,-2-79-783,-2 0-1,-38 142 1,26-151-1788,-43 96 1,-1-39-3779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4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15063,'0'0'6451,"-8"23"-6347,0 3-70,1 0 1,1 0-1,2 1 0,0 0 1,2 0-1,1 0 0,2 31 1,27 960 925,-28-995-931,29-101-2790,-12 4-587,-3-12-2444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12902,'0'0'5410,"19"-9"-4831,-12 5-529,11-5 48,1 0 1,0 1 0,0 1 0,1 1 0,0 1 0,25-4 0,-36 9-86,12-3 13,0 1-1,0 1 0,0 1 1,0 1-1,22 4 0,-38-5-23,-1 1 0,1 1 0,0-1-1,-1 1 1,1 0 0,-1 0 0,0 0-1,0 0 1,0 1 0,0-1 0,0 1-1,0 0 1,-1 1 0,1-1 0,-1 0-1,0 1 1,0 0 0,0 0 0,-1 0-1,0 0 1,1 0 0,-1 0 0,0 1-1,-1-1 1,1 1 0,-1-1 0,0 1-1,1 6 1,-1 7 9,0 0 1,-1-1-1,-1 1 1,0 0-1,-1 0 0,-1 0 1,-1-1-1,-1 1 1,0-1-1,-1-1 0,-1 1 1,-16 28-1,1-8-63,-2 0 0,-1-2 0,-2-1 0,-36 35 0,50-58-789,11-31-10788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5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112 703 14887,'0'0'6915,"11"-21"-6584,-3 6-283,8-13-15,-2-1 0,-2 0 1,12-38-1,-8 12-38,-3 0 0,-2-1-1,-3 0 1,-2 0 0,-3-88-1,-3 140 47,0 0 0,0 0-1,-1 1 1,1-1 0,-1 0-1,0 0 1,0 0 0,-1 0-1,1 1 1,-1-1 0,0 0-1,0 1 1,0 0 0,0-1-1,-1 1 1,1 0 0,-1 0-1,0 0 1,-4-3 0,3 3 4,-1 1-1,1 0 1,-1 0 0,1 0-1,-1 0 1,0 1 0,0 0-1,0 0 1,0 0 0,0 1-1,0-1 1,0 1 0,0 0 0,0 1-1,-5 0 1,2 1-27,1 0 1,0 0-1,0 1 1,0 0 0,0 0-1,1 0 1,-1 1-1,1 0 1,0 1-1,0-1 1,1 1-1,-1 0 1,1 1-1,-5 6 1,6-8-22,0 0 1,1 1 0,0-1-1,0 1 1,0 0-1,0 0 1,1 0-1,0 0 1,0 1 0,0-1-1,1 0 1,-1 1-1,1-1 1,1 1-1,-1 0 1,1-1 0,0 1-1,0-1 1,2 10-1,-1-12-5,0 0-1,1 0 1,-1-1 0,1 1-1,0 0 1,0-1-1,0 1 1,0-1-1,0 0 1,0 0-1,1 1 1,-1-1-1,1-1 1,0 1 0,-1 0-1,1-1 1,0 1-1,6 1 1,6 2-46,0 0-1,24 3 1,-26-5 15,84 10-165,22 5 13,-107-15 165,0 0 0,0 1 1,-1 0-1,1 1 0,-1 0 1,0 1-1,13 10 0,-18-12 20,-1 1-1,0 0 0,-1 0 1,1 0-1,-1 1 0,0-1 1,0 1-1,-1 0 1,0 0-1,0 1 0,0-1 1,-1 0-1,0 1 0,0 0 1,0 0-1,0 9 0,0 10 71,0 0-1,-5 49 1,3-74-59,-1 10 115,-1 0 0,0 0 0,-6 16 0,-3 14 843,32-52-789,-4-4-830,-2 0 1,22-26-1,2-13-3892,-6 0-5086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5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17720,'0'0'6123,"-4"8"-5883,1 0-249,0-1 1,1 1-1,0 0 0,0 0 0,1 0 1,0 0-1,1 0 0,-1 0 1,1 0-1,1 0 0,0 0 1,0-1-1,0 1 0,1 0 0,0 0 1,1 0-1,-1-1 0,8 13 1,-9-17-41,1 0 0,0 0 0,-1-1 1,1 1-1,0 0 0,0-1 0,1 0 0,-1 0 1,0 1-1,1-1 0,0-1 0,-1 1 1,1 0-1,0-1 0,0 1 0,0-1 0,0 0 1,0 0-1,0 0 0,0 0 0,5 0 1,-6-1 40,0 0 0,0-1 0,0 1 0,0-1 0,0 1 1,0-1-1,-1 0 0,1 1 0,0-1 0,0 0 0,0 0 1,-1-1-1,1 1 0,-1 0 0,1 0 0,-1-1 0,1 1 1,-1-1-1,0 0 0,0 1 0,0-1 0,0 0 0,0 1 1,0-1-1,0 0 0,0 0 0,-1 0 0,1 0 0,-1 0 1,1 0-1,-1 0 0,0 0 0,0-3 0,1-3 115,0 0-1,-1 0 1,0 0-1,-1-1 0,1 1 1,-2 0-1,1 0 1,-1 1-1,0-1 1,-1 0-1,-5-11 0,6 15-164,0 0-1,0 0 1,-1 0-1,0 1 1,0-1-1,0 1 1,0 0 0,-1 0-1,-4-4 1,4 5-317,1 0 1,-1 0 0,1 0 0,-1 1 0,0-1 0,1 1 0,-1 0 0,0 0 0,0 1 0,0-1 0,-8 1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46 612 18040,'0'0'3258,"11"-18"-3112,2-3-132,52-94-54,-57 97 34,-1 0-1,0 0 1,-1 0 0,-1-1-1,-1 0 1,-1-1 0,-1 1 0,0 0-1,-2-37 1,-1 39 240,-1 1 0,-1 1 0,0-1-1,-1 0 1,-1 1 0,0-1 0,-1 1 0,-1 1 0,0-1 0,-1 1-1,0 1 1,-13-16 0,5 13 352,6 10-229,10 6-348,-1 0 0,1 0 1,0 0-1,0 0 0,0 0 0,0 0 0,-1 0 0,1 0 0,0 0 0,0 0 0,0 0 0,-1 0 0,1 0 0,0 0 0,0 0 0,0 0 0,0 1 0,-1-1 1,1 0-1,0 0 0,0 0 0,0 0 0,0 0 0,0 0 0,-1 0 0,1 1 0,0-1 0,0 0 0,0 0 0,0 0 0,0 0 0,0 1 0,0-1 0,0 0 1,0 0-1,0 0 0,0 0 0,-1 1 0,1-1 0,0 0 0,0 0 0,0 0 0,0 1 0,-2 37-89,2 62 0,2-27 56,12 593 96,-16-481-159,6 224-1496,-3-392 1406,0-1 0,1 1 0,1 0 1,1-1-1,0 0 0,7 18 0,-10-33 130,-1 0 1,1 1-1,-1-1 0,1 1 1,0-1-1,-1 1 0,1-1 0,0 0 1,0 0-1,0 1 0,0-1 1,0 0-1,0 0 0,1 0 0,-1 0 1,0 0-1,0 0 0,1-1 1,-1 1-1,1 0 0,-1-1 0,0 1 1,1-1-1,-1 1 0,1-1 1,-1 0-1,1 0 0,0 1 0,-1-1 1,1 0-1,-1 0 0,1-1 1,-1 1-1,1 0 0,-1 0 0,1-1 1,-1 1-1,1-1 0,-1 1 1,1-1-1,-1 0 0,0 0 0,1 1 1,1-3-1,4-2-64,0-1-1,-1 1 1,0-1 0,0-1-1,-1 1 1,9-14 0,1-6 123,0-1 0,-2 0 0,-1-1 1,-1 0-1,-2-1 0,-1 0 0,-1-1 0,-1 1 1,-2-1-1,-1 0 0,-1-47 0,-3 51 9,0 1 0,-2-1 0,-1 1 0,-1-1 0,-2 1 0,0 1 0,-1-1 0,-2 1 0,0 1 0,-2 0 0,0 0 0,-2 1 0,-29-37 0,35 51 108,1 0 1,-1 0-1,-1 1 1,0 0-1,0 0 1,0 1-1,-1 0 1,1 1-1,-1 0 1,-1 0-1,1 1 1,-1 1-1,0-1 1,0 2-1,0 0 0,-22-2 1,56 3-208,-1-1 1,1-2-1,-1 0 1,0-1-1,0-1 1,-1-1-1,0-1 1,33-17-1,-21 7-978,39-28 0,21-27-4770,-44 26-3405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6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18392,'0'0'5291,"0"20"-5080,-7 536 1555,8-575-2809,1 0 0,8-35 0,-1 6-2215,0-19-4458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7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66 18969,'0'0'8628,"-25"-65"-8628,33 69-3714,9 18-880,3 6-4546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19945,'0'0'2465,"0"30"-2385,-9 453 974,1-76 1281,8-398-2286,0-4-15,-1 0-1,2 0 1,-1 0 0,0 0 0,1 0 0,0 0 0,3 9 0,-4-14-36,0 0 1,0 1-1,0-1 1,0 0 0,0 0-1,1 0 1,-1 0-1,0 1 1,0-1 0,0 0-1,0 0 1,0 0-1,0 0 1,0 0-1,0 1 1,1-1 0,-1 0-1,0 0 1,0 0-1,0 0 1,0 0 0,0 0-1,1 0 1,-1 0-1,0 0 1,0 0 0,0 1-1,0-1 1,1 0-1,-1 0 1,0 0-1,0 0 1,0 0 0,0 0-1,1 0 1,-1 0-1,0 0 1,0 0 0,0-1-1,0 1 1,1 0-1,-1 0 1,0 0 0,0 0-1,0 0 1,0 0-1,1 0 1,-1 0-1,0 0 1,0 0 0,0-1-1,0 1 1,0 0-1,0 0 1,0 0 0,1 0-1,-1 0 1,0-1-1,0 1 1,0 0 0,0 0-1,0 0 1,0 0-1,0-1 1,0 1-1,0 0 1,0 0 0,0 0-1,5-14-690,-5 14 668,19-60-4493,-7 21-200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4:4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19113,'0'0'6635,"20"-7"-5976,102-38 226,152-33 1,-241 74-899,-32 4-14,-23 0-1257,16 0-2770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01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0 4002,'0'0'1216,"-122"0"-207,103 0-865,9 0-112,6 0 32,2 0-64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01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78 217 13766,'0'0'6539,"-17"-2"-5938,-9-1-516,-8-2 580,86 1-324,13 0-92,-1-2 1,97-24-1,126-49 691,10-2-369,-293 79-604,-18 1 38,-25 4 39,13 2-221,1 2 0,0 0-1,-48 22 1,-21 17-4479,48-21-1429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02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12214,'0'0'8385,"6"-2"-7387,481-131 2906,-344 101-3048,216-18-1,-277 47-1308,-84 13-5451,-7-9 224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0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8148,'1'3'13754,"7"13"-13259,246 251 2095,-220-234-2479,-2 2-1,-2 1 0,-1 2 0,29 49 0,-14-10 50,46 109-1,-55-98-91,-4 2 0,-4 1-1,-3 0 1,12 113 0,-23-113-36,18 177 40,-25 82-17,-6-275-43,-4-47-6,3-24 8,0 0-1,1 1 1,-1-1-1,1 1 1,0-1-1,0 1 1,1 4-1,-19-18 294,-170-145-78,116 96 12,68 55-166,2 2-24,0 0 1,0 0 0,1-1 0,-1 1-1,1 0 1,-1-1 0,1 1 0,-1-1-1,1 1 1,0-1 0,0 0 0,0 0-1,0 0 1,0 1 0,0-1 0,0 0-1,1 0 1,-1 0 0,0-3 0,2 5-49,1-1 0,-1 1 0,0 0 1,1-1-1,-1 1 0,0 0 0,1 0 0,-1 0 1,1 0-1,-1 0 0,0 0 0,1 0 0,0 1 1,-1-1-1,5 1 1,0 1 0,0 0 0,0 0 0,0 0 0,-1 0 0,1 1 0,-1 0 0,0 0 0,0 1 1,0 0-1,0-1 0,0 2 0,4 5 0,11 11 50,25 37-1,-30-38-12,15 22 41,60 73 329,-81-104-379,1-1 0,0 0 0,1-1-1,1 0 1,-1-1 0,1 0-1,24 11 1,-31-17-22,0 0 0,1 0 0,-1-1 0,0 0 0,1 0 1,-1 0-1,1-1 0,-1 1 0,1-1 0,-1-1 0,1 1 0,-1-1 0,1 0 0,-1 0 0,1-1 0,-1 1 0,0-1 0,0 0 0,0-1 0,0 1 1,0-1-1,-1 0 0,1 0 0,-1-1 0,0 1 0,5-5 0,7-10 25,0 0 0,-1-1-1,-1-1 1,18-33 0,-27 44-19,10-14 174,-2-1 0,-1-1 0,-1 1-1,13-43 1,-22 53-841,-8 24-2483,-7 11-2050,-14 3-7102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1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8948,'0'0'11757,"0"3"-8788,0 32-2104,37 755 2382,-35-758-3018,-2-22-77,0 0-1,1 0 0,0 0 1,1 1-1,0-1 0,6 15 1,-5-78-1038,-3-16-2432,0 22-1811,0 4-3184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1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1 291 16087,'0'0'7612,"26"-18"-6689,26-17-405,0 3 1,85-39-1,-130 68-487,195-76 904,-158 64-1090,-1 3-1,83-13 0,-125 25 26,-1 0 0,0 0 0,1 0 0,-1-1 0,1 1 0,-1 0 0,0 0 0,1 0 0,-1 0 0,0 0 0,1 1 0,-1-1 0,1 0 0,-1 0 0,0 0 0,1 0 0,-1 0 0,0 0 0,1 1 0,-1-1 0,0 0 0,1 0 0,-1 1 0,0-1 0,1 0 0,-1 0 0,0 1 0,0-1 0,1 0 0,-1 1 0,0-1 0,0 0 0,0 1 0,1-1 0,-1 0 0,0 1 0,0-1 0,0 1 0,0-1 0,-2 17-5207,2-16 4194,-5 12-8362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2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58 125 20089,'0'0'5128,"-6"11"-4997,1-2-124,1 1-1,-1 0 1,2 0 0,-1 0 0,1 1 0,1-1 0,0 1 0,1-1 0,-1 20 0,-7 162 25,-1-3 179,8-639-1062,2 442 832,0-18-45,5-41 0,-4 61 76,0 0 1,0 0 0,0 0-1,1 1 1,0-1-1,0 0 1,1 0-1,0 1 1,0 0-1,0-1 1,0 1-1,6-6 1,-7 10-2,-1 0-1,0 0 1,1 0 0,-1 1 0,1-1 0,-1 0-1,1 1 1,0-1 0,-1 1 0,1 0 0,-1 0 0,1-1-1,0 1 1,-1 0 0,1 0 0,-1 1 0,1-1 0,0 0-1,-1 0 1,1 1 0,-1-1 0,1 1 0,-1-1 0,1 1-1,-1 0 1,1 0 0,-1 0 0,1-1 0,-1 1 0,0 0-1,0 1 1,0-1 0,2 2 0,11 11 112,-1 0 0,-1 1 1,-1 0-1,0 1 0,10 19 1,43 93 718,-59-117-791,70 172 456,-16-35-406,-56-142-158,-3-4 10,1 0 0,-1 0 0,1 0 0,0 0 0,0-1-1,-1 1 1,1 0 0,0 0 0,0-1 0,1 1 0,-1-1 0,0 1 0,1-1 0,-1 1 0,0-1 0,1 0-1,0 0 1,-1 0 0,1 1 0,3 0 0,-4-3-127,0 0 0,-1 0 0,1 0 0,0 0 0,-1 0 0,1-1 0,-1 1 0,1 0 0,-1 0 0,0 0 0,0-1 0,1 1 0,-1 0 0,0 0 0,0-1 0,0 1 0,0 0 0,0-1 0,-1-1 0,1-1-526,1-33-3836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2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0 243 16199,'0'0'8804,"25"-43"-8804,27 6 0,8-4-160,-4 2-1504,-4 3-1218,-11 8-2512,-12 10-8789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2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 17960,'0'0'1441,"-23"101"-1041,13-29-80,0 14-48,-3 5-80,-1 3 33,-1-12-145,3-14-80,3-19 64,3-19-64,4-17-305,2-19-4737,0-25-2145</inkml:trace>
  <inkml:trace contextRef="#ctx0" brushRef="#br0" timeOffset="0.99">0 81 20185,'0'0'4578,"162"138"-3617,-90-86-433,-1-2-352,-1-3-176,-6-2-368,-16-12-1937,-19-12-3794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17144,'0'0'6389,"-3"21"-6146,-14 296 128,16-220-326,5-1-1,4 0 1,22 101 0,-28-188-138,6 24 115,-8-32-82,1 0 0,-1 0 1,0 0-1,1 0 0,-1 0 1,1 0-1,-1 0 0,1 0 1,0 0-1,-1 0 0,1 0 1,0 0-1,-1 0 0,1-1 1,0 1-1,0 0 0,0-1 1,0 1-1,0-1 0,0 1 1,0-1-1,1 1 0,-1-1-77,0 0-1,0 0 1,-1-1-1,1 1 1,0 0-1,0-1 1,0 1-1,0-1 0,-1 1 1,1-1-1,0 1 1,0-1-1,-1 1 1,1-1-1,0 0 0,-1 1 1,1-1-1,-1 0 1,1 0-1,-1 0 1,1 1-1,-1-1 1,0 0-1,1 0 0,-1 0 1,0 0-1,0 0 1,1 1-1,-1-1 1,0 0-1,0-2 0,7-36-4095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3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49 121 14679,'0'0'5930,"15"-17"-5647,57-53-35,-66 66-242,0 0 0,0 0 0,0 1 0,0 0 0,1 0 0,-1 0-1,1 1 1,0 0 0,0 0 0,0 1 0,0 0 0,0 0 0,0 0 0,0 1-1,0 0 1,0 1 0,0-1 0,0 1 0,8 3 0,-11-4-14,0 2 0,0-1 0,-1 0-1,1 1 1,0 0 0,-1-1 0,1 2 0,-1-1 0,1 0 0,-1 1 0,0-1 0,0 1 0,0 0 0,0 0 0,-1 0 0,1 0-1,-1 1 1,0-1 0,0 1 0,0-1 0,0 1 0,-1 0 0,1 0 0,-1 0 0,1 4 0,0 1-3,0 1 0,-1-1 1,0 1-1,0-1 0,-1 1 0,0-1 1,-1 1-1,0 0 0,-1-1 0,-2 10 1,-1-6 12,0-1 1,-1 0 0,0 0 0,0-1 0,-2 1 0,1-2 0,-1 1 0,-15 14 0,4-6 3,0-1 1,-2-1 0,-28 19 0,32-25-16,-1-1 1,-26 11 0,38-18 84,1-1 1,-1 0 0,0 0 0,0-1 0,0 1-1,0-2 1,0 1 0,-1 0 0,1-1 0,0 0 0,-12-2-1,17 1-51,1 0 1,-1 0-1,1 0 0,-1 0 0,1 0 0,0 1 0,-1-1 0,1 0 1,0 0-1,0 0 0,-1 0 0,1 0 0,0 0 0,0 0 0,0 0 0,0 0 1,1 0-1,-1 0 0,0 0 0,0 0 0,1 0 0,0-2 0,-1 3-2,1-3-10,0 0 1,1 0-1,-1 0 0,1 0 1,0 1-1,0-1 1,0 1-1,0-1 1,0 1-1,0 0 0,1 0 1,-1-1-1,1 2 1,0-1-1,-1 0 1,1 1-1,0-1 1,0 1-1,0 0 0,0 0 1,0 0-1,6-1 1,1 0-15,0 0 0,1 1 1,-1 0-1,0 0 0,1 1 0,10 1 1,-8 2-1,-1 0 0,1 0 0,-1 1 1,0 1-1,0 0 0,0 1 0,-1 0 1,0 1-1,0 0 0,0 0 0,11 12 1,15 16 148,50 58 0,-70-74-83,20 27 27,-26-31-83,1 0-1,1-1 0,19 17 0,-32-31-38,0 0 0,0 1 0,0-1 0,0 0 0,0 0 0,1 1 0,-1-1 0,0 0 0,0 0 0,0 0-1,0 0 1,1 1 0,-1-1 0,0 0 0,0 0 0,0 0 0,1 0 0,-1 0 0,0 0 0,0 0 0,1 1 0,-1-1 0,0 0 0,0 0-1,1 0 1,-1 0 0,0 0 0,0 0 0,1 0 0,-1 0 0,0 0 0,0-1 0,1 1 0,-1 0 0,0 0 0,0 0 0,1 0-1,-1 0 1,0 0 0,0 0 0,0-1 0,1 1 0,-1 0 0,0 0 0,0 0 0,0 0 0,1-1 0,0-13-3131,-1 11 2333,0-31-8101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17 163 19257,'0'0'2209,"-2"17"-1897,-10 251 190,10-85-334,12-509-1059,-12 250 610,0 36 224,2-1 0,9-70 1,-9 109 104,0 1 1,0-1-1,1 0 1,-1 0 0,1 0-1,0 0 1,-1 0-1,1 1 1,0-1-1,0 0 1,0 1-1,0-1 1,0 1 0,1-1-1,-1 1 1,0-1-1,1 1 1,-1 0-1,1-1 1,-1 1 0,3-1-1,-2 2-16,0-1 0,0 1 0,-1 0 0,1 0-1,0 0 1,-1 0 0,1 1 0,0-1 0,-1 0 0,1 1 0,0-1-1,-1 1 1,1-1 0,0 1 0,-1 0 0,1 0 0,-1 0 0,0 0 0,1 0-1,-1 0 1,0 0 0,1 0 0,-1 1 0,0-1 0,1 2 0,11 13 156,-2 0 1,0 0 0,0 1 0,12 28 0,28 81 495,-37-88-554,45 143 383,-17-46-477,-36-121-56,-1-9-1184,-1-8-3470,-2-11-2668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4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1 291 17832,'0'0'5715,"132"-91"-5715,-45 42-416,4-3-769,-6 0-656,-14 5-3825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4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14935,'0'0'10394,"1"10"-10242,4 33-27,1-1 1,19 62-1,-2-7 110,31 189 451,-49-272-1338,-2-24-422,-2-33-2336,-2 37 2385,1-42-5201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5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1 258 15159,'0'0'9716,"172"-133"-9139,-102 90-497,-10 8-80,-14 9-625,-13 11-975,-12 9-1378,-13 6-3088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5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17576,'0'0'7369,"0"-5"-7028,2 33-410,1 0 0,2 0-1,11 38 1,-3-16 109,-5-13-4,15 61 53,-19-87-78,0-1 0,0 1 0,1-1 0,0 0 0,0-1 1,12 15-1,-16-21-9,1-1 1,1 1-1,-1-1 1,0 0-1,1 0 1,-1 0-1,1 0 1,0 0-1,-1 0 1,1-1-1,0 1 1,0-1-1,0 0 1,0 0-1,0 0 1,0 0-1,1 0 1,-1-1-1,0 1 1,0-1-1,0 0 1,1 0-1,-1 0 1,0-1-1,0 1 1,1-1-1,-1 0 1,0 0-1,0 0 1,0 0-1,0 0 1,5-4-1,0 1-100,-1-1 0,0-1 0,0 1 0,0-1 0,-1 0 0,0-1 0,0 0 0,0 1 0,-1-2 0,6-10 0,-5 7-617,-1 0 0,0-1 0,4-17 0,-1-15-3964,-6-11-6547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18088,'0'0'2834,"78"-103"-2690,-32 74-80,-2 12-64,-5 15-208,-10 2-2097,-10 22-4803</inkml:trace>
  <inkml:trace contextRef="#ctx0" brushRef="#br0" timeOffset="1">57 504 7668,'0'0'13206,"105"-69"-13126,-55 38-80,2-1-112,0 2-1057,-11 4-2449,-6 4-4321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6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16520,'0'0'7088,"-11"7"-6888,4-3-183,2-2-10,0 0-1,1 1 0,-1 0 0,1 0 1,-1 0-1,1 1 0,0-1 0,0 1 1,1 0-1,-1 0 0,1 0 1,0 1-1,0-1 0,0 1 0,-4 9 1,3 0-3,0 0 0,0 1 0,1-1 0,1 1 1,1-1-1,0 1 0,1 22 0,1-29-20,0 0 1,0 0-1,1-1 0,0 1 0,0 0 1,1-1-1,0 0 0,0 1 0,1-1 1,0 0-1,0-1 0,0 1 0,1-1 0,0 0 1,8 8-1,4-1-104,0-1-1,34 19 1,-39-25 108,0 0 1,-1 1-1,0 0 0,0 1 1,-1 0-1,1 0 0,-2 1 1,1 1-1,14 19 0,-21-24 23,-1 0 0,1 1 0,-1-1 0,0 1 0,0-1 0,-1 1 0,0 0 0,0 0 0,0 0 0,0 0 0,-1 0 0,0 0 0,-1 8 0,-1-6 23,0 1 0,0 0 0,-1 0-1,0-1 1,0 0 0,-1 1-1,0-1 1,-6 8 0,-1-1 2,-1 0 0,0 0 0,-1-1 1,-1-1-1,0 0 0,0-1 0,-27 17 0,33-24-293,0 0 0,-1-1 0,0 0 0,0 0 0,0-1 0,0 0 0,0-1 0,-10 2 0,-22-2-4630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6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1706 13494,'-27'5'742,"-187"36"987,174-34-858,2 1 1077,0-2 0,-54 2 0,113-15-1132,146-60-328,1075-477 320,-225 93 76,515-172 1013,-1322 550-1455,-177 61-343,-28 9-13,-12 2-72,3 1-10,-24 2-34,0 1 1,0 1-1,0 2 0,0 0 0,1 2 1,0 1-1,-37 18 0,-12 11-1449,-91 60 0,-14 19-6554,79-56-24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17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1902 17272,'-84'27'1136,"27"-7"686,-91 18 1,129-36-818,18-2-950,1 0-1,0 0 1,0 0 0,0 0-1,-1 1 1,1-1 0,0 0-1,0 0 1,-1 0 0,1 0-1,0 0 1,0 0 0,-1 0-1,1 0 1,0 0 0,0 0-1,-1 0 1,1 0-1,0 0 1,0 0 0,-1 0-1,1 0 1,0 0 0,0 0-1,-1 0 1,1 0 0,0-1-1,0 1 1,0 0 0,-1 0-1,1 0 1,0 0 0,0 0-1,0-1 1,-1 1-1,1 0 1,0 0 0,0 0-1,0-1 1,0 1 0,-1 0-1,1 0 1,0 0 0,0-1-1,0 1 1,0 0 0,0 0-1,0-1 1,0 1 0,0 0-1,0-1 1,7-6 11,0-1 1,1 1-1,0 0 1,0 1-1,0 0 1,1 1-1,16-9 1,78-30-54,-71 32 42,30-13-20,726-304 210,446-266 515,221-99-285,-1432 685-473,147-66 317,202-59 1,-351 128-93,-33 9 268,-30 9-49,-69 30 573,79-29-3904,-22 5-2193,-6-6-4660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2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1156 11957,'0'0'8527,"12"0"-8439,92 0-88,422-5 18,0-33-1,2900-359-978,-3164 372 781,1733-161-1643,-595 45 2147,-11-65 486,-521 55-805,-855 147-302,-28 2-14410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22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0 4482,'0'0'5114,"0"7"-813,0 32-3983,12 297 1940,-1-124-1657,-1 83-383,12 438-75,-29-2-117,-42 43-13,-6 176 9,6 50-6,28 127 424,54-522-57,-1 44-310,-31-532 64,28 724 340,-22-762-351,11 196-439,-34-276-2632,-4-12-1612,-2-19-3703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0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16151,'0'0'0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41.9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1061 0,'0'0'16616,"21"-13"-15096,5 6-1497,0 2 0,0 1 0,41-2 0,84 6 106,-66 1-64,-21-1-57,367-4 115,2-26-46,968-196 37,-610 86-71,1064-110-53,-198 1 1077,-1447 211-646,-210 37-384,1 0 0,-1 1-1,1-1 1,-1 0-1,1 0 1,-1 0 0,0 0-1,0 0 1,1 1 0,-1-1-1,0 0 1,0 0-1,0 0 1,0 0 0,0 0-1,0 0 1,0 0 0,0 0-1,-1 0 1,1-1 0,-1-1-164,-5-25-3995,-14-11-7494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51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77 435 7379,'0'0'8610,"-12"-8"-7495,-38-22-237,36 23-382,14 7 51,5-1-526,31-8-31,0-1 0,51-23 0,-30 11 11,203-81 2,199-66-660,-440 163 572,-16 5 58,-5 1 8,-32 10 19,-268 119 113,167-66-140,63-30-5,-50 22 61,-134 41 0,299-113-69,69-38-1,-20 8 80,17-5-14,425-184 72,-493 222 368,-52 16-385,0 0 1,1 1-1,-1 0 1,1 1 0,0 0-1,-13 8 1,3-3-26,-300 156-771,86-44-5929,178-94 1285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1.3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11029,'0'0'7033,"0"9"-6054,13 754 814,-13-655-1676,0-107-266,0-5-3410,0-18-1775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1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1 164 11813,'0'0'7332,"161"-30"-7124,-57 1 256,8-1-96,-5 4-112,-11 5-208,-22 10-48,-20 2-96,-19 5-288,-14 2-32,-11 0-432,-6 2-561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2.1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83 16103,'0'0'3682,"0"4"-3631,0-2-70,1 0 0,-1 0 0,1 1 1,0-1-1,-1 0 0,1 0 0,0 0 1,0 0-1,1 0 0,-1 0 0,0 0 1,1 0-1,-1-1 0,1 1 0,-1 0 0,1-1 1,0 1-1,0-1 0,0 0 0,0 0 1,0 1-1,0-1 0,0-1 0,0 1 1,0 0-1,4 1 0,-1-1-111,0 1 1,0-1-1,0 0 0,1-1 0,-1 1 1,0-1-1,0 0 0,1 0 1,-1 0-1,0-1 0,0 0 0,6-1 1,-10 0 122,1 1 1,-1 0 0,1-1-1,-1 1 1,0-1 0,0 1-1,1-1 1,-1 1 0,0-1-1,-1 0 1,1 0 0,0 1-1,0-1 1,-1 0-1,1 0 1,-1 0 0,0 0-1,1 0 1,-1 0 0,0 0-1,0 0 1,-1-2 0,2-1 47,-1-1 1,-1 1-1,1 0 1,-1-1 0,0 1-1,0 0 1,-2-8-1,1 10 48,-1 0 0,1 0 0,0 0 0,-1 1 0,1-1 0,-1 0 0,0 1 0,0 0 0,0 0 0,0 0 0,0 0 0,-1 0 0,-5-2-1,7 3-28,0 0 0,-1 1 0,1-1 0,-1 0 0,1 0 0,-1 1 0,1 0 0,-1-1 0,0 1 0,1 0 0,-1 0 0,1 1 0,-1-1 0,0 0 0,1 1 0,-1 0 0,1 0 0,-1-1-1,1 1 1,0 0 0,-4 3 0,2 0-34,0 0-1,0 0 0,1 0 0,-1 1 0,1 0 0,0-1 1,1 1-1,-1 0 0,1 0 0,-3 11 0,-13 60-12,16-66 1,-4 27-2,2 0-1,2 0 0,3 55 1,0-87-12,-1 1 0,0-1 0,1 0 0,0 0 0,0 0 0,1 0 0,0 0 0,-1-1 0,1 1 0,1 0 0,-1-1 0,1 1 0,0-1 0,0 0 0,0 0 0,4 4 0,-2-4-5,-1-1 1,1 0 0,0 0-1,0 0 1,0 0-1,1-1 1,-1 0 0,1 0-1,-1 0 1,1-1 0,0 0-1,-1 0 1,12 0-1,-5 0-110,-1-1-1,1-1 0,-1 0 1,1 0-1,-1-1 0,1-1 0,-1 0 1,0 0-1,0-1 0,-1-1 0,1 1 1,-1-2-1,0 0 0,0 0 0,-1 0 1,1-2-1,-1 1 0,-1-1 1,0 0-1,11-14 0,7-12-3712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6.5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190 288 4290,'0'0'11989,"0"-7"-9659,0-5-2037,0-26 310,-6-46-1,4 71-577,0 1 0,-1-1-1,0 1 1,-1 0 0,-1 0 0,0 0-1,-11-19 1,15 29-6,0 0 0,0 0 0,-1 0 0,1 1 0,0-1 0,-1 0 0,1 1 0,-1-1 0,1 1 0,-1-1 0,0 1 0,0 0 0,1 0 0,-1 0 0,0 0 0,0 0 0,0 0 0,0 0 0,0 1 0,-1-1 0,1 1 0,0-1 0,0 1 0,-3 0 0,3 0-13,0 1 0,-1 0 0,1 0 0,0 0 0,0 0 0,0 0 0,0 0 0,0 0 0,0 1 0,0-1 0,1 1 1,-1-1-1,0 1 0,1 0 0,0 0 0,-1 0 0,1 0 0,0 0 0,0 0 0,0 0 0,0 0 0,-1 2 0,-9 27-20,1-1 1,1 1-1,2 1 0,-6 59 1,5 131-34,8-214 52,0 4-32,0 1 0,0-1 0,2 0 0,-1 0 0,4 13 0,-4-24 16,-1 1-1,1 0 1,0 0 0,0 0-1,0-1 1,0 1-1,0 0 1,0-1-1,0 1 1,0-1 0,1 1-1,-1-1 1,0 0-1,1 0 1,-1 1-1,4 0 1,-4-1-2,1-1 1,0 1-1,1-1 0,-1 1 0,0-1 1,0 0-1,0 0 0,0 0 1,0 0-1,0-1 0,0 1 0,0 0 1,0-1-1,0 0 0,0 1 0,0-1 1,0 0-1,-1 0 0,3-1 1,3-2-2,-1 0 0,0-1 0,0 1 0,-1-1 1,1-1-1,-1 1 0,0-1 0,5-8 0,34-56-60,-37 58 54,20-37 105,-1-2 1,26-73-1,-42 181 1286,-4 0-1053,-5-34-289,1 1 1,2-1 0,0 0 0,1 0 0,15 39-1,-8-47-1008,-12-15 805,1 0 1,-1 1-1,0-1 1,1 0-1,-1 0 1,0 0-1,1 0 1,-1 0-1,1 0 1,-1 1-1,0-1 1,1 0-1,-1 0 1,0 0-1,1 0 1,-1 0-1,1-1 1,-1 1 0,0 0-1,1 0 1,-1 0-1,0 0 1,1 0-1,-1 0 1,1-1-1,-1 1 1,1 0-1,4-8-7848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7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0 250 6707,'0'0'14599,"0"6"-14535,2 23-97,1 0 0,8 31 1,-6-30 13,0 0 0,0 36 0,-5-18-139,0-40 95,0-31 12,-11-105-480,0-4 496,11 126 35,-1-11 0,1 1 1,1 0 0,1 0-1,5-27 1,-5 38-1,0 1 1,0-1 0,0 0 0,0 0-1,1 1 1,0-1 0,0 1-1,0 0 1,1 0 0,-1 0 0,1 0-1,0 1 1,0-1 0,0 1-1,0 0 1,1 0 0,-1 1 0,8-4-1,-8 4-2,0 0 0,0 0-1,0 1 1,0-1 0,1 1-1,-1 0 1,1 0 0,-1 1-1,0-1 1,1 1-1,-1 0 1,1 0 0,-1 0-1,1 1 1,-1 0 0,1 0-1,-1 0 1,0 0 0,1 1-1,-1-1 1,0 1 0,0 0-1,0 0 1,0 1 0,-1-1-1,1 1 1,-1 0-1,1 0 1,-1 0 0,0 0-1,0 1 1,0-1 0,3 7-1,2 5 3,0 0 0,-1 0 0,-1 1 0,-1 0 0,0 0 0,-1 0 0,3 26 0,-4-15 28,-1 0 0,-1 0 1,-2-1-1,-3 28 1,1-40-16,1-1 0,-2-1 0,-5 16 0,7-23 0,0 1-1,0-1 1,-1 0 0,1 0-1,-1-1 1,-1 1 0,1 0-1,-1-1 1,-6 7-1,10-11-9,0 0 0,0 0 0,0 0 0,-1 0 0,1 1 0,0-1 0,0 0 0,0 0-1,0 0 1,-1 0 0,1 0 0,0 0 0,0 1 0,0-1 0,0 0 0,-1 0 0,1 0-1,0 0 1,0 0 0,0 0 0,-1 0 0,1 0 0,0 0 0,0 0 0,-1 0 0,1 0-1,0 0 1,0 0 0,0 0 0,-1 0 0,1 0 0,0 0 0,0-1 0,0 1 0,-1 0 0,1 0-1,0 0 1,0 0 0,0 0 0,0 0 0,-1 0 0,1-1 0,0 1 0,0 0 0,0 0-1,0 0 1,0-1 0,0 1 0,0 0 0,-1 0 0,1 0 0,0 0 0,0-1 0,0 1-1,0 0 1,0 0 0,0-1 0,0 1 0,0 0 0,-2-19 21,0 1 0,1-1 0,2-31 0,1 5-29,-1 9-22,1 1 1,2-1-1,2 1 1,1 1 0,1-1-1,2 1 1,2 1 0,24-50-1,-34 79 31,0 0 0,0 0-1,1 1 1,-1-1 0,1 1 0,0-1-1,5-4 1,-7 8 0,0-1 1,-1 1-1,1-1 0,0 1 0,-1 0 1,1-1-1,0 1 0,-1 0 0,1 0 1,0-1-1,0 1 0,-1 0 0,1 0 1,0 0-1,0 0 0,-1 0 0,1 0 1,0 0-1,0 0 0,0 1 0,0-1 2,1 1-1,-1 0 0,0-1 0,0 1 0,0 0 1,0 0-1,0 0 0,0 0 0,0 0 1,-1 0-1,1 0 0,0 0 0,-1 0 1,1 0-1,0 0 0,0 2 0,6 15 142,0 1 1,-1-1-1,-1 1 0,2 22 0,8 86 746,-9-74-550,28 287 489,-26-306-833,-7-34-121,-1 1 0,0 0 1,1-1-1,-1 1 0,0-1 0,1 1 0,-1-1 1,0 1-1,1-1 0,-1 1 0,1-1 1,-1 1-1,1-1 0,-1 0 0,1 1 0,0-1 1,-1 0-1,1 1 0,-1-1 0,1 0 0,0 0 1,-1 0-1,1 1 0,0-1 0,-1 0 0,1 0 1,0 0-1,-1 0 0,1 0 0,0 0 0,-1 0 1,1-1-1,-1 1 0,1 0 0,0 0 0,-1 0 1,1-1-1,0 1 0,-1 0 0,1-1 1,-1 1-1,1 0 0,-1-1 0,1 1 0,-1-1 1,1 1-1,-1-1 0,1 1 0,0-2 0,16-23-8751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7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233 1 17000,'0'0'2129,"-36"110"-1745,18-34 400,-3 14-480,2 5-47,-3-2 15,-1-4-176,-2-8-96,0-14-160,2-17-2001,3-26-4514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7.9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5346,'0'0'18473,"156"147"-17032,-86-82-929,1 3-320,-9 2-192,-6-3-64,-15-5-2401,-12-14-3554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8.2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1212 18697,'23'-3'1427,"368"-53"-1272,705-184-1513,-782 165 1022,1930-417 2008,-2067 455-1053,773-173 2991,-932 207-3556,-16 2-49,1 1 0,-1 0-1,0 0 1,1-1 0,-1 1-1,0-1 1,0 0 0,1 1-1,-1-1 1,0 0 0,0 0-1,0-1 1,0 1 0,0 0 0,-1-1-1,1 1 1,2-3 0,-4 4-12,0 0 1,0-1 0,0 1-1,0 0 1,1-1 0,-1 1-1,0 0 1,0-1 0,0 1-1,0 0 1,0-1 0,0 1-1,0 0 1,0-1 0,0 1-1,0 0 1,0-1 0,0 1-1,-1 0 1,1-1 0,0 1-1,0 0 1,0-1 0,0 1-1,0 0 1,-1 0 0,1-1-1,0 1 1,0 0 0,-1 0-1,1-1 1,0 1 0,0 0-1,-1 0 1,1-1 0,0 1-1,0 0 1,-1 0 0,0 0-1,-10-6-807,-1 0 0,0 1 0,-23-6 0,3 1-1666,-50-19-6599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5:39.0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0 418 12726,'0'0'7822,"3"11"-7355,3 15 5,1-1-1,1 0 1,16 33-1,-23-56-443,1 0 0,-1 0 1,1-1-1,0 1 0,-1 0 0,1 0 0,0-1 0,0 1 1,0-1-1,0 0 0,0 0 0,0 1 0,0-1 0,1 0 1,-1-1-1,0 1 0,1 0 0,-1-1 0,0 1 0,1-1 1,4 0-1,0 0 10,-1 0 0,1-1 1,0 0-1,-1 0 0,1 0 0,-1-1 1,10-3-1,11-8 174,-1-1 0,-1-1 1,29-23-1,-10 7 43,679-411 3929,-723 442-4152,0 0 1,1 0 0,-1 0-1,0 0 1,1 0 0,-1 0 0,0-1-1,0 1 1,1 0 0,-1 0-1,0 0 1,0 0 0,1 0-1,-1 0 1,0 0 0,0 0-1,1-1 1,-1 1 0,0 0 0,0 0-1,0 0 1,1-1 0,-1 1-1,0 0 1,0 0 0,0 0-1,0-1 1,0 1 0,1 0-1,-1 0 1,0-1 0,0 1 0,0 0-1,0 0 1,0-1 0,0 1-1,0 0 1,0-1 0,0 1-1,0 0 1,0 0 0,0-1-1,-8 1-2945,21-6-1030,-4-4-3682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0.0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7 2145,'0'0'13862,"-8"-5"-12930,5 4-747,6 3 846,51 43-732,-2 2 1,-2 3-1,50 63 1,120 181 275,-100-126-537,-111-157-27,-2 0-9,0-1 1,1 1-1,1-1 0,0-1 1,0 0-1,0 0 1,1-1-1,22 14 0,-31-21-74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0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1 143 3394,'0'0'11085,"22"12"-10136,-4-2-712,-6-3-126,0 0-1,1-1 1,-1 0-1,1-1 1,0-1-1,1 0 1,-1 0-1,1-1 1,27 1-1,-23-3 35,1-1 0,-1-1 0,1-1-1,-1-1 1,0 0 0,0-2-1,0 0 1,0-1 0,-1 0 0,0-1-1,0-1 1,-1-1 0,0-1 0,-1 0-1,17-14 1,-28 21-105,52-46 514,-52 45-515,0 0 0,0 0 0,-1-1 0,0 1 0,0-1 1,0 0-1,0 0 0,-1 0 0,1 0 0,2-10 1,-5 12-1479,0 7-3814,0 6-4868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0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280 0 13222,'0'0'1529,"-7"21"-1070,-19 58 1008,-24 135 0,14 22-270,-105 493 127,139-720-1308,-8 20-181,10-29 154,0 0-1,0 0 1,0 0-1,0 0 1,0 0-1,0 0 1,0 0 0,0 0-1,0-1 1,0 1-1,0 0 1,0 0 0,0 0-1,0 0 1,0 0-1,0 0 1,-1 0-1,1 0 1,0 0 0,0 0-1,0 0 1,0 0-1,0 0 1,0 0 0,0 0-1,0 0 1,0 0-1,0 0 1,0 0 0,0 0-1,-1 0 1,1 0-1,0 0 1,0 0-1,0 0 1,0 0 0,0 0-1,0 0 1,0 0-1,0 0 1,0 0 0,0 0-1,0 0 1,-1 0-1,1 0 1,0 0-1,0 0 1,0 0 0,0 0-1,0 0 1,0 0-1,0 0 1,0 0 0,0 0-1,0 0 1,0 0-1,0 1 1,0-1 0,0 0-1,0 0 1,0 0-1,0 0 1,0 0-1,0 0 1,0 0 0,0 0-1,0 0 1,0 1-1,-2-19-1678,0-20-2870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1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13942,'0'0'2017,"83"140"-1008,-33-77-849,2-1-160,0-6-48,-3-17-2097,-7-15-5122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1.5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55 14006,'0'0'3015,"9"16"-2994,32 49-45,-40-63 21,1-1 0,-1 1 0,0-1-1,1 1 1,-1-1 0,1 1 0,-1-1-1,1 0 1,0 0 0,0 0 0,-1 0-1,1 0 1,0 0 0,0-1 0,0 1-1,0 0 1,0-1 0,0 0-1,0 1 1,0-1 0,0 0 0,0 0-1,0 0 1,0 0 0,0-1 0,0 1-1,0 0 1,0-1 0,2 0 0,-1-1 2,1 1 1,-1-1 0,0 0-1,0 1 1,0-1 0,0-1 0,-1 1-1,1 0 1,-1-1 0,1 1-1,3-6 1,-4 3 0,1 1-1,-1 0 1,0-1-1,0 1 1,-1-1-1,1 1 1,-1-1-1,0 0 1,0 0-1,-1 0 1,1 1-1,-1-1 1,0 0-1,-1-5 1,1 7 7,-1 1 1,0 0-1,1-1 1,-1 1-1,0 0 0,0 0 1,0 0-1,0-1 1,-1 1-1,1 1 1,0-1-1,-1 0 1,0 0-1,1 0 0,-1 1 1,0-1-1,0 1 1,0-1-1,0 1 1,0 0-1,0 0 1,0 0-1,0 0 1,-1 0-1,1 0 0,0 1 1,0-1-1,-1 1 1,-2-1-1,-1 0 98,0 1 0,0-1-1,0 1 1,0 0 0,1 1-1,-1-1 1,0 1 0,-9 2 0,12-1-54,0-1 0,0 0 1,0 1-1,0 0 1,0 0-1,1 0 1,-1 0-1,0 0 1,1 1-1,0-1 1,-1 1-1,1-1 1,0 1-1,0 0 1,-3 6-1,-1 4 13,0 1-1,1 0 1,1 0-1,0 1 1,1-1-1,0 1 1,0 16 0,1 11 50,4 53 0,-2-86-113,1-1 0,1 1 0,-1 0 0,1-1 1,1 0-1,-1 1 0,2-1 0,4 10 0,-6-15-5,0 1 0,0-1 0,1 1 0,0-1 0,-1 0 0,1 1 0,0-1 0,1-1 0,-1 1 0,0 0 0,1-1 0,-1 0-1,1 0 1,0 0 0,0 0 0,0-1 0,0 1 0,7 1 0,-4-2-94,-1 0 0,1-1 0,0 1 1,0-1-1,0 0 0,0-1 0,0 0 0,0 0 0,-1 0 1,1-1-1,0 0 0,11-5 0,-8 1-352,0 0-1,-1 0 1,1-1 0,-1 0 0,-1 0-1,1-1 1,7-9 0,28-37-3872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1.8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 1 13606,'0'0'1441,"-8"18"-726,-1 0-559,4-8-108,0-1-1,0 2 1,1-1-1,1 0 1,0 1 0,0 0-1,1-1 1,-2 23-1,3-24-49,1 1 0,0 0 0,0 0-1,1-1 1,0 1 0,1 0 0,0-1 0,0 1 0,1-1-1,0 0 1,1 0 0,0 0 0,0 0 0,1 0-1,0-1 1,1 0 0,0 0 0,0-1 0,1 0 0,-1 0-1,12 9 1,28 17-195,-35-26 151,-1 0 1,1 1 0,10 11-1,-19-17 78,0-1-1,-1 1 0,1 0 0,-1 1 1,1-1-1,-1 0 0,0 0 1,0 0-1,0 1 0,0-1 1,-1 1-1,1-1 0,0 0 0,-1 1 1,0-1-1,0 1 0,1 0 1,-2-1-1,1 1 0,0-1 1,0 1-1,-1-1 0,1 0 0,-1 1 1,-2 3-1,1 1 197,-1-1 0,-1 0 0,1-1 0,-1 1 0,0-1 0,-1 0 0,1 1 0,-7 3 0,-32 31 450,-67 46 1,93-74-3457,-36 16-1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2.3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1 454 8932,'0'0'8367,"13"-5"-8221,418-175-31,2-24 128,-416 196-222,109-49 137,-153 60 695,10 4-858,1 0 0,0 0 0,1 2-1,-1 0 1,2 0 0,-25 22 0,-12 13-2880,21-16-1552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02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0 653 16119,'0'0'3322,"29"-16"-2901,368-199 1041,-280 153-963,258-130 1571,-259 139-1475,157-49 0,-225 90-474,-46 12-65,-14 2 34,6 1-349,-1 1 0,1 0-1,1 1 1,-1-1 0,1 1 0,0 0-1,0 1 1,-6 7 0,-1 1-3328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5.0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 11141,'0'0'10901,"1"0"-10893,-1 0 0,0-1 1,0 1-1,0 0 0,0 0 0,0-1 0,1 1 0,-1 0 1,0 0-1,0-1 0,1 1 0,-1 0 0,0 0 0,0 0 0,1 0 1,-1-1-1,0 1 0,0 0 0,1 0 0,-1 0 0,0 0 1,1 0-1,-1 0 0,0 0 0,1 0 0,-1 0 0,0 0 1,0 0-1,1 0 0,-1 0 0,0 0 0,1 0 0,-1 0 1,3 2 1,0 0 0,-1 0 1,0 0-1,1 0 1,-1 1-1,0-1 1,0 0-1,0 1 0,0 0 1,-1-1-1,1 1 1,-1 0-1,2 5 1,3 4 43,34 71 375,41 121 1,32 67 218,-110-263-629,-2-6-17,-1-1-1,1 1 0,-1 0 0,1-1 0,0 1 1,-1-1-1,1 1 0,0-1 0,0 0 0,0 1 1,0-1-1,1 0 0,-1 1 0,0-1 0,0 0 0,1 0 1,-1 0-1,0 0 0,1 0 0,-1-1 0,1 1 1,0 0-1,2 0 0,-3-1-35,-1 0 0,0 0 0,1-1 0,-1 1 0,0 0 0,1-1 0,-1 1 0,0 0 0,0-1 0,1 1 0,-1 0 0,0-1 0,0 1 0,1-1 0,-1 1 0,0 0 1,0-1-1,0 1 0,0-1 0,0 1 0,0-1 0,0 1 0,0 0 0,0-1 0,0 1 0,0-1 0,0 1 0,0-1 0,0 1 0,0-1 0,0 1 0,-1-1 0,1-4-392,0-31-2528,0-14-2982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5.5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40 341 9893,'0'0'6346,"-7"-10"-5513,5 7-787,-2-2 24,1 1 0,0-1 0,0 0 0,0 0 0,0 0 0,1 0 0,0-1 0,0 1 1,1 0-1,-1-1 0,1 1 0,0-1 0,1 0 0,-1 1 0,1-1 0,0 0 0,1 1 1,-1-1-1,1 1 0,2-7 0,3-3-6,0 0 1,1 1-1,0 0 1,1 0-1,1 1 1,0 0-1,1 1 1,22-22-1,-25 27-42,0 1-1,1 0 0,-1 0 1,1 1-1,0 0 1,1 0-1,-1 1 0,1 0 1,0 1-1,0-1 1,0 2-1,0-1 1,0 1-1,1 1 0,-1 0 1,12 0-1,-16 2-17,-1-1 0,1 1-1,0 0 1,-1 1-1,1-1 1,-1 1 0,0 0-1,0 0 1,1 0 0,-1 1-1,0 0 1,-1-1 0,1 1-1,0 1 1,-1-1 0,0 0-1,0 1 1,0 0-1,0 0 1,0-1 0,-1 2-1,0-1 1,4 9 0,0 2 14,0 1-1,-1 1 1,-1-1 0,0 1 0,1 27 0,-1-1 7,-2 0 1,-3 1-1,-7 58 0,5-82 53,0 0-1,-2 0 0,0 0 0,-2 0 0,0-1 0,-1 0 0,-1 0 0,0-1 0,-16 21 0,23-36 35,-1 0 0,1 0 0,-1 0 0,0 0-1,0-1 1,0 1 0,-6 3 0,8-6-89,1 1 0,-1-1 0,1 0 1,-1 0-1,1 0 0,-1 1 0,1-1 1,-1 0-1,1 0 0,-1 0 0,0 0 1,1 0-1,-1 0 0,1 0 0,-1 0 1,1 0-1,-1 0 0,1-1 0,-1 1 1,0 0-1,1 0 0,-1 0 0,0-1 1,1 0-6,-1 0 0,0 1 0,0-1 0,1 0 0,-1 0 0,1 0 0,-1 0 0,1 0 0,-1 0 0,1 0 0,0-1 0,-1 1 0,1 0 0,0 0 0,0 0 0,0-2 0,-1-12-38,0 1 0,1-1 0,1 1 1,0-1-1,1 1 0,1 0 0,0-1 1,1 1-1,0 1 0,13-27 1,-13 31-8,1 1 1,0 0 0,1 1 0,-1-1 0,2 1 0,-1 0 0,1 1 0,0 0 0,0 0 0,0 0 0,1 1 0,0 0 0,0 0 0,0 1 0,1 0-1,0 0 1,-1 1 0,16-3 0,-15 4 11,-1 0-1,1 1 1,0 0 0,0 0-1,0 1 1,0 0 0,0 1-1,-1 0 1,1 0-1,0 1 1,0 0 0,10 4-1,-13-3 15,-1 0-1,1 0 1,-1 1-1,0-1 1,0 1-1,0 1 1,-1-1-1,1 1 1,-1-1-1,0 1 1,0 0-1,-1 1 1,1-1-1,-1 1 1,0-1-1,-1 1 1,4 11-1,-1 2 37,0 1 0,-1 0 0,-1 0 0,-1 0 0,-1 0 0,0 1 0,-2-1 0,0 0 0,-1 0 0,-2 0 0,0 0 0,0 0 0,-2-1 0,-1 0 0,0 0 0,-1 0 0,-1-1 0,-1 0 0,-17 23-1,18-30 59,1 0 0,-2-1 0,-14 14 0,20-21-75,-1 1-1,0-1 1,1 0 0,-1 0 0,0-1-1,0 0 1,-1 1 0,1-2 0,0 1-1,-1 0 1,-5 0 0,10-2-43,-1 0 0,1 0 1,-1 0-1,1 0 1,-1 0-1,1 0 0,-1-1 1,1 1-1,-1 0 0,1-1 1,-1 1-1,1-1 1,0 1-1,-1-1 0,1 0 1,0 0-1,0 0 0,0 1 1,-1-1-1,1 0 1,0-1-1,0 1 0,0 0 1,0 0-1,0 0 0,1 0 1,-1-1-1,0 1 1,1 0-1,-1-1 0,1 1 1,-1-1-1,1 1 0,-1-3 1,-1-5-540,0-1-1,1 0 1,1 0 0,0-11 0,0 10-334,-1-66-6628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5.9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1 254 17192,'0'0'2732,"16"21"-2439,-8-11-252,24 31 137,44 76 1,-68-103-158,3 6 15,0-1 1,1 0-1,19 21 0,-28-37-32,0 1-1,0-1 0,0 1 1,1-1-1,-1 0 1,1 0-1,0-1 1,0 1-1,0-1 1,0 0-1,1 0 1,-1 0-1,0-1 1,1 1-1,-1-1 1,1 0-1,0 0 1,-1-1-1,1 0 1,0 1-1,7-2 1,-7 0-7,-1-1 0,0 0 1,0 1-1,0-2 0,0 1 1,0 0-1,0-1 0,-1 1 1,1-1-1,-1 0 1,0-1-1,0 1 0,0 0 1,0-1-1,0 0 0,-1 1 1,0-1-1,1 0 0,-1 0 1,-1-1-1,2-3 1,4-11-10,-1 0 1,-1 0-1,4-30 0,-4 14 84,-2-1-1,-1 1 0,-5-60 1,0 71-755,-1 1 0,0-1 0,-2 1 0,-1 0 0,0 0 0,-15-27 0,5 21-6099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6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14182,'0'0'6030,"-12"11"-5931,-1 0-81,1 1 1,-13 14 0,24-24-19,0-1 1,0 1 0,0-1 0,0 1-1,1-1 1,-1 1 0,0-1 0,1 1-1,-1 0 1,1-1 0,-1 1 0,1 0-1,0-1 1,0 1 0,0 0 0,0 0 0,0-1-1,0 1 1,0 0 0,1 0 0,-1-1-1,0 1 1,2 2 0,0 0 2,0 0 0,0-1 0,1 1 0,-1-1 0,1 1 0,6 4 0,-7-6 0,6 6-1,1 0 0,1-1 0,-1 0 0,1-1 0,0 0 0,16 7 0,68 21-199,-11-4-271,-79-29 470,-1 1 1,1-1-1,0 1 0,-1 0 0,1 0 0,-1 0 0,0 1 0,1-1 0,-1 1 0,0 0 0,-1 0 0,1 0 0,0 0 0,-1 0 0,0 1 0,0-1 1,0 1-1,0 0 0,0-1 0,-1 1 0,0 0 0,0 0 0,0 0 0,0 0 0,0 0 0,-1 0 0,0 0 0,1 0 0,-2 0 0,1 0 0,0 0 1,-1 0-1,0 0 0,0 0 0,0 0 0,0 0 0,-1 0 0,1 0 0,-5 6 0,-3 4 332,1-1 1,-2-1-1,0 1 1,0-1-1,-23 19 0,-68 47 1360,92-72-1628,6-3-91,0 0 1,-1 0-1,1-1 0,-1 1 1,0-1-1,1 0 1,-1 0-1,0-1 0,0 1 1,-6 1-1,11-10-2125,13-20-3954,16-14-7265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6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20601,'0'0'2548,"9"15"-2425,14 22-120,-2 0-1,29 77 1,-36-69 11,-9-25-24,1-1 1,1 0-1,1 0 0,10 19 0,-15-39-2484,-2-9 954,0-14-1860,-1 24 3204,0-43-9256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7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15 14279,'0'0'9172,"-29"-15"-9172,46 23-17176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7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1 108 20313,'0'0'2009,"11"17"-1955,-4-7-52,12 20 2,0 1 1,26 58 0,-40-72 0,0-1 1,3 27 0,-1-4 46,-6-88-257,0 17-52,-3-60-370,5-103 379,-3 193 270,0 1 0,0 0-1,0 0 1,0-1 0,0 1-1,0 0 1,1 0 0,-1 0-1,0-1 1,1 1 0,-1 0 0,1 0-1,0 0 1,-1 0 0,1 0-1,0 0 1,-1 0 0,1 0-1,0 0 1,0 0 0,0 1-1,0-1 1,0 0 0,0 0-1,0 1 1,0-1 0,0 1-1,0-1 1,1 1 0,-1-1 0,0 1-1,0 0 1,0-1 0,1 1-1,-1 0 1,0 0 0,0 0-1,0 0 1,1 0 0,-1 0-1,0 0 1,0 1 0,1-1-1,-1 0 1,0 1 0,0-1-1,2 1 1,3 2 24,0-1 0,0 1 0,-1 0 0,1 0 0,-1 1 0,1 0 0,7 7 0,14 18 55,39 57 0,-41-52-69,38 41 1,-60-72-25,0 0 1,1 0 0,-1 0-1,1-1 1,-1 1-1,1-1 1,0 0 0,0 0-1,0-1 1,6 3-1,-8-4-19,0 1-1,0-1 1,-1 0-1,1 0 0,0 0 1,0 0-1,0 0 1,0 0-1,0 0 1,-1 0-1,1-1 0,0 1 1,0-1-1,-1 1 1,1-1-1,0 0 1,-1 0-1,1 0 0,0 0 1,-1 0-1,1 0 1,-1 0-1,0 0 1,1-1-1,-1 1 0,0 0 1,2-3-1,2-5-619,-1 0-1,0 0 1,0 0-1,0 0 1,-2-1-1,3-9 1,4-29-6170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7.8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33 118 20361,'0'0'3244,"4"-5"-3313,-2 3 55,-1 0-1,0 1 0,1-1 1,-1 1-1,1-1 1,-1 1-1,1 0 1,0-1-1,0 1 1,0 0-1,-1 0 1,1 0-1,0 0 1,0 1-1,0-1 0,3 0 1,1 0-173,1 1 1,-1 0 0,1 1-1,-1-1 1,9 3-1,-12-3 82,0 1 0,-1-1 0,1 0 0,0 0-1,0 0 1,0 0 0,0 0 0,-1 0 0,5-2 0,-7 2 89,1 0 1,0-1 0,0 1 0,0-1-1,-1 0 1,1 1 0,0-1 0,-1 0-1,1 1 1,0-1 0,-1 0 0,1 0-1,-1 1 1,1-1 0,-1 0 0,1 0-1,-1 0 1,0 0 0,0 0-1,1 0 1,-1 1 0,0-1 0,0 0-1,0 0 1,0 0 0,0 0 0,0 0-1,0-1 1,0-1 67,-1 0 0,1-1-1,-1 1 1,0 0 0,0 0-1,0 0 1,0 0 0,-1 1 0,1-1-1,-1 0 1,0 0 0,1 1-1,-1-1 1,0 1 0,-1-1 0,1 1-1,0 0 1,-1 0 0,1 0-1,-1 0 1,1 1 0,-1-1 0,0 1-1,-5-3 1,5 3 23,1 0 1,-1 0-1,1 0 1,-1 1-1,0-1 1,1 1-1,-1-1 1,0 1-1,1 0 0,-1 0 1,0 0-1,0 0 1,1 1-1,-1-1 1,0 1-1,1 0 1,-1-1-1,1 1 0,-1 0 1,1 1-1,-1-1 1,1 0-1,0 1 1,0-1-1,-1 1 1,1 0-1,0-1 1,0 1-1,-2 4 0,0 1-27,0 0 0,0 0 0,0 1 0,1 0 0,1-1 0,-1 1-1,1 0 1,-1 16 0,-2 68 26,5-87-66,0 2-8,1 0 1,-1 0-1,1 0 0,0 0 1,1-1-1,0 1 1,0 0-1,0-1 1,1 1-1,0-1 1,0 1-1,1-1 1,-1-1-1,1 1 1,1 0-1,-1-1 0,1 0 1,0 0-1,0 0 1,1 0-1,-1-1 1,1 0-1,0 0 1,0-1-1,0 0 1,0 0-1,1 0 0,-1-1 1,1 0-1,0 0 1,0 0-1,0-1 1,0 0-1,13 0 1,-11-1-65,-1 0 0,0-1 0,0 0 0,0 0 0,0-1 1,0 0-1,0 0 0,0-1 0,-1 0 0,1 0 0,-1 0 1,1-1-1,-1-1 0,-1 1 0,12-11 0,-9 7-540,-1 0-1,0-1 1,-1 0-1,0 0 1,0-1 0,-1 0-1,-1 0 1,1-1-1,-2 0 1,7-18-1,-1-16-6448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8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0 18232,'0'0'3519,"-11"17"-3433,-33 56-49,43-70-38,-1 0 0,1 0 0,0-1 0,0 1 0,0 0 0,1 0 0,-1 0 0,1 1 0,0-1 0,0 0 0,0 0 0,0 0 0,0 0 0,1 0 0,-1 0 0,1 0 0,0 0 0,0 0 0,0 0 0,0 0 0,0 0 0,1-1 0,-1 1 0,1 0 0,0-1 0,0 1 0,3 2 0,3 3-13,1 0 0,-1-1 0,2 0 0,-1-1 1,15 7-1,-18-9 10,32 16-125,-23-13 9,1 0-1,-1 2 1,-1 0-1,0 1 1,16 13-1,-28-21 123,1 1 1,-1 0-1,1 0 0,-1 0 0,0 0 0,0 0 0,0 0 0,0 0 0,-1 1 0,1-1 0,-1 1 0,0-1 0,0 1 0,0-1 0,-1 1 1,1 0-1,-1-1 0,0 1 0,0 0 0,0-1 0,0 1 0,-1 0 0,0-1 0,1 1 0,-1 0 0,0-1 0,-1 0 0,1 1 1,-4 4-1,0 2 210,-1-1-1,-1 0 1,0 0 0,0-1 0,-1 0 0,1 0 0,-15 10 0,6-6 69,-1-1-1,0 0 0,-25 11 1,40-21-791,5-5-2179,9-18-3348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8.5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18585,'0'0'3065,"-10"12"-2868,-27 43-10,36-53-183,-1 1 0,1-1-1,0 1 1,1-1 0,-1 1 0,0 0 0,1 0-1,0-1 1,-1 1 0,1 0 0,0 0-1,0 0 1,1-1 0,-1 1 0,1 0 0,-1 0-1,1-1 1,0 1 0,0 0 0,0-1-1,0 1 1,0-1 0,1 1 0,-1-1 0,1 0-1,0 0 1,-1 1 0,1-1 0,0 0-1,0-1 1,5 4 0,3 3-5,1 0 1,0-1-1,1-1 0,22 10 0,20 3-13,-35-12-31,-1 0 1,1 0 0,17 12-1,-34-18 49,1 1 1,0-1-1,-1 1 0,0 0 0,1 0 0,-1 0 0,0 1 0,0-1 0,0 1 0,0-1 0,-1 1 0,1-1 0,-1 1 0,1 0 0,-1 0 0,0 0 0,0-1 0,0 1 1,0 0-1,-1 1 0,1-1 0,-1 0 0,0 0 0,0 0 0,0 0 0,0 0 0,-1 0 0,1 0 0,-1 0 0,1 0 0,-1 0 0,0 0 0,-2 3 0,-1 4 233,-2 0 0,1 0 0,-1-1 0,0 0 0,-1 0 0,0 0-1,-13 12 1,-66 48 1395,12-10-2047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9.2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14967,'0'0'7755,"13"20"-7512,147 250 1059,-77-87-473,15 28-329,-93-203-1253,-4-18-4705,-3-16-2338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19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1 533 16023,'0'0'6782,"16"-20"-6222,14-15-268,1 2-1,1 1 1,50-38-1,27-8 39,4 5-1,2 6 1,134-58-1,-252 128-1150,-44 35-820,42-35 1036,1 1 0,0 0 0,0 1-1,1-1 1,-1 1 0,1-1 0,0 1 0,0 0-1,1 0 1,-1 0 0,-1 7 0,2 15-6284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20.1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46 17368,'0'0'5848,"-4"-1"-5749,5 2-101,-1-1 1,0 0-1,0 1 1,1-1-1,-1 0 1,0 1-1,0-1 1,0 0-1,0 1 1,1-1-1,-1 1 1,0-1-1,0 0 1,0 1-1,0-1 1,0 1-1,0-1 0,0 1 1,0-1-1,0 0 1,0 1-1,0-1 1,0 1-1,0-1 1,0 0-1,-1 1 1,1-1-1,0 1 1,0-1-1,0 0 1,-1 1-1,1-1 1,0 0-1,0 1 1,-1-1-1,1 0 1,0 1-1,-1-1 1,1 0-1,0 0 1,-1 0-1,1 1 1,0-1-1,-1 0 1,1 0-1,-1 0 1,1 0-1,0 1 1,-1-1-1,1 0 1,-1 0-1,1 0 1,-1 0-1,1 0 1,0 0-1,-1 0 1,1 0-1,-1 0 1,1-1-1,0 1 1,-1 0-1,1 0 1,-1 0-1,1-1 1,1 4-21,1-1 0,-1 0 0,1 0 1,0 0-1,0-1 0,0 1 1,0 0-1,0-1 0,0 1 0,0-1 1,1 0-1,-1 1 0,1-1 1,-1 0-1,4 0 0,-4 0-28,0-1 0,1 1 0,-1-1 0,0 1 0,1-1 0,-1 0 0,0 0 0,1 0 0,-1-1 0,0 1 0,1-1 0,-1 1 0,0-1 0,1 0 0,-1 1-1,0-1 1,0 0 0,0-1 0,4-1 0,-5 0 56,1 1 0,-1 0 0,1-1 0,-1 0 0,0 1 0,0-1 1,0 0-1,0 0 0,0 1 0,-1-1 0,1 0 0,-1 0 0,0 0 0,0 0 0,0-4 0,-1 5 27,1 1 0,0 0 0,0-1 1,-1 1-1,1 0 0,-1-1 0,1 1 1,-1 0-1,0 0 0,1-1 0,-1 1 1,0 0-1,0 0 0,0 0 0,0 0 1,0 0-1,0 0 0,0 0 0,0 0 1,0 1-1,0-1 0,0 0 0,-1 1 1,1-1-1,0 1 0,0-1 0,-1 1 1,1-1-1,0 1 0,-1 0 0,1 0 1,-1 0-1,1 0 0,0 0 0,-1 0 1,1 0-1,-1 0 0,0 1 0,-2-1 13,-1 0 0,1 1 0,0 0-1,0-1 1,0 2 0,0-1 0,0 0-1,0 1 1,0 0 0,0 0 0,1 0-1,-6 4 1,3 0-27,1 0 0,0 0-1,0 1 1,0 0-1,1 0 1,0 0 0,1 0-1,0 1 1,0 0 0,0-1-1,1 1 1,-2 10 0,0 8 10,1 0 1,1 41-1,2-64-29,0 1 0,1 0 0,-1 0 0,1 0 1,0 0-1,0-1 0,0 1 0,0 0 0,1-1 0,-1 1 0,1-1 0,0 1 0,0-1 0,0 0 0,1 0 1,-1 0-1,1 0 0,0 0 0,-1-1 0,1 1 0,0-1 0,1 1 0,-1-1 0,0 0 0,1-1 0,-1 1 1,1 0-1,-1-1 0,1 0 0,0 0 0,0 0 0,4 0 0,3 1-64,0-1-1,0 0 0,0-1 1,0 0-1,0-1 1,0 0-1,-1-1 1,1 0-1,0 0 1,17-8-1,-11 3-362,-1-1-1,0-1 1,-1 0-1,0-1 1,28-24-1,-34 25-821,0 0-1,-1-1 0,1 0 0,-2 0 1,10-16-1,1-16-9286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20.5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143 173 10533,'0'0'5693,"-8"-19"-3513,-1-2-1683,2 2 118,-1-1 0,-2 1 0,1 1 0,-18-25 0,26 42-498,0 0 0,1 0-1,-1 0 1,0 0 0,0 0 0,1 0 0,-1 1-1,0-1 1,0 0 0,0 0 0,0 1 0,0-1-1,0 1 1,0-1 0,0 1 0,0-1 0,0 1-1,-2-1 1,2 1-83,0 0 0,0 1 0,1-1 0,-1 0-1,0 0 1,1 1 0,-1-1 0,1 0 0,-1 1 0,0-1 0,1 1-1,-1-1 1,1 1 0,-1-1 0,1 1 0,-1-1 0,1 1-1,0-1 1,-1 1 0,1 0 0,-1-1 0,1 2 0,-3 6-64,0 0 0,1 0 0,0 0 1,-2 11-1,2-5 193,-4 13-146,2 0 0,1 0 0,1 1 0,1-1 0,3 38-1,-2-63-35,1 0 0,-1 0 0,0 0 0,1 0-1,-1 0 1,1 0 0,0 0 0,-1 0-1,1-1 1,0 1 0,0 0 0,0 0-1,0-1 1,1 1 0,-1-1 0,0 1-1,1-1 1,-1 1 0,1-1 0,-1 0-1,1 0 1,0 0 0,-1 0 0,1 0-1,0 0 1,0 0 0,0 0 0,0-1-1,-1 1 1,1-1 0,0 1 0,4-1-1,-3 0-18,1 0 0,-1 0 0,0-1 0,1 1-1,-1-1 1,0 0 0,0 0 0,1 0 0,-1 0 0,0-1-1,0 1 1,0-1 0,-1 0 0,1 0 0,0 0-1,-1 0 1,1 0 0,3-5 0,2-3 43,-1-1 1,0 0-1,-1 0 1,-1 0-1,1 0 1,-2-1-1,0 0 1,5-22-1,-5 15 937,-2-1-1,1-34 0,-3 54-605,4 20-93,30 76-275,14 47-2036,-43-124 1055,10 28-6161,-7-35-3207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21.2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4 428 16568,'0'0'3852,"-2"6"-3777,2-2-62,-1 0 0,1 0 0,0 0-1,-1 0 1,2 0 0,-1 0 0,0 0 0,1 0 0,0 0 0,0 0 0,3 7 0,24 48 192,-20-45-166,-1 1 1,0 0-1,5 18 0,-5-9-20,-7-23 53,0-3 48,-2-17-51,0 1 0,-1 0 0,0 0 0,-8-20 0,5 15-42,0 1-1,-2-29 0,6 35 34,1-1-1,1 1 1,0 0 0,1 0-1,5-21 1,-5 30-10,2 0 0,-1 0-1,1 1 1,0-1 0,0 1 0,0 0-1,1 0 1,0 0 0,0 1 0,1-1 0,0 1-1,0 0 1,0 0 0,9-6 0,-8 7-34,1-1 0,-1 1 0,1 1 0,0-1 0,0 1 0,0 1 0,1-1 0,-1 1 0,1 0 0,-1 1 0,16-2 1,-19 3-16,0 0 1,0 0 0,0 1 0,1-1 0,-1 1 0,0 0 0,0 0 0,0 0 0,0 1 0,0 0 0,0-1 0,-1 1 0,1 0 0,-1 1 0,1-1 0,-1 1 0,0-1-1,1 1 1,-2 0 0,1 0 0,0 1 0,3 4 0,2 7 6,0 1 0,-1 0 0,0 0-1,-2 0 1,0 1 0,0 0 0,-2 0 0,2 24 0,0 145 31,-6-122-7,-1 9 58,28-424 334,-5 131-445,-19 172 30,-2 26 170,2-1-1,5-30 0,-7 52-163,0 0 0,0 1 0,0-1 0,0 0 0,1 1 0,-1-1 0,0 1 0,0-1 0,1 0 0,-1 1 0,1-1 0,-1 1 0,0-1 0,1 1 0,-1-1 0,1 1 0,-1 0 0,1-1 0,-1 1 0,1-1 0,-1 1 0,1 0 0,-1 0 0,1-1 0,0 1 0,-1 0 0,1 0 0,0 0 0,-1-1 0,1 1 0,-1 0 0,1 0 0,0 0 0,-1 0 0,1 0 0,0 0 0,-1 0 0,1 1 0,0-1 0,-1 0 0,1 0 0,-1 0 0,1 1 0,-1-1 0,1 0 0,0 1 0,-1-1 0,1 0 0,-1 1 0,1-1 0,-1 1 0,1-1 0,-1 1 0,0-1 0,1 1 0,-1-1 0,1 2 0,9 11 69,-1 1-1,0 1 1,0 0-1,-2 0 1,0 0-1,5 19 1,1-3 6,44 129 117,-33-87-232,35 70 1,-57-137-89,-1-4 26,-1 0 1,1 0-1,0-1 1,-1 1 0,1 0-1,0 0 1,0-1-1,0 1 1,0-1 0,1 1-1,-1-1 1,0 0-1,0 1 1,1-1 0,-1 0-1,1 0 1,-1 0-1,1 0 1,2 1 0,1-5-2924,-4-12-1875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21.8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2361 21066,'-29'11'1488,"-95"37"-730,88-34-303,31-11-150,-1 0 0,0-1 0,0 0-1,0 0 1,0-1 0,0 1 0,-1-1 0,-5 0 0,10-1 919,20-11-826,135-80-339,13-7-38,72-45 27,80-45-8,70-41 69,1381-788 556,-1398 812-625,-53 41-35,-59 38 11,74-16 43,-312 134-52,65-20 87,-137 29 915,8 6-1064,-1 3 1,1 1-1,1 2 1,0 2-1,1 2 1,1 2 0,-64 39-1,-249 201-8719,219-153 3161,18-18-569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22.3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238 2264 13702,'-26'10'6315,"-8"2"-5206,-65 25-662,22-4 2741,75-32-1820,32-19-637,152-102-387,0-1-127,71-40 84,1165-686 1160,28 37 191,-1247 700-1238,39-20 549,-193 104-627,-36 18-151,-11 5-138,-11 2-74,12 1 41,-31 0-14,19-1 0,0 0 0,0 1 0,0 1 0,0 0 0,1 1 0,-1 0 0,0 1 0,-16 5 0,29-6-50,-1-1 1,0 0-1,1 1 1,-1-1-1,1 1 0,0-1 1,-1 0-1,1 1 0,0-1 1,0 1-1,0-1 1,0 1-1,0 1 0,0 2-488,-1 2-495,0-1 0,0 0 0,0 0 0,-5 12 0,-5-2-4286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24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2957 7395,'0'0'1390,"-11"7"-800,-34 21 445,45-28-986,0 0 0,1 0 0,-1 0 0,0 0-1,0 0 1,0 0 0,0 0 0,0 0 0,1 0 0,-1 0 0,0 0-1,0 0 1,0 0 0,0 0 0,0 0 0,0 0 0,1 1-1,-1-1 1,0 0 0,0 0 0,0 0 0,0 0 0,0 0 0,0 0-1,0 0 1,0 0 0,1 0 0,-1 0 0,0 1 0,0-1 0,0 0-1,0 0 1,0 0 0,0 0 0,0 0 0,0 0 0,0 1 0,0-1-1,0 0 1,0 0 0,0 0 0,0 0 0,0 0 0,0 1 0,0-1-1,0 0 1,0 0 0,0 0 0,0 0 0,0 0 0,0 0 0,0 1-1,0-1 1,0 0 0,0 0 0,0 0 0,0 0 0,-1 0 0,1 0-1,0 0 1,0 1 0,0-1 0,0 0 0,0 0 0,0 0 0,-1 0-1,24 3 624,28-3-356,-18-4-10,-1-2 1,0 0 0,0-2 0,35-14 0,-15 5-59,271-91 187,339-162 0,-140 23-432,713-315-4,-783 376-141,1014-433-770,-719 292 885,10 32 60,180-1 231,-901 286-197,-26 6 236,1 1 0,0 0 0,0 0 0,0 1 0,0 1 0,23-1 0,-32 3-293,0 0 0,-1 0 0,1-1 1,0 1-1,0 0 0,-1 0 1,1 1-1,-1-1 0,1 0 0,-1 0 1,1 1-1,-1-1 0,0 1 1,0-1-1,0 1 0,0 0 0,1 1 1,17 34 31,-18-35-32,18 48 24,-3 1-1,-2 0 1,11 78-1,-7-35 49,274 1026 1239,-218-884-1154,85 328 181,-152-527-346,-2 0 1,-1 0 0,-2 1-1,-4 56 1,0-83-11,0 0-1,-1 0 1,0 0-1,-1-1 1,0 1-1,-1-1 1,0 0-1,0 0 1,-1-1-1,0 0 1,-1 0 0,0 0-1,-1-1 1,1 0-1,-1 0 1,-12 8-1,-16 11-118,-2-1 1,-62 33-1,99-59 125,-390 186-254,-16-26 258,37-15-1,-258 129 128,32-14-21,270-125-110,-1144 490 42,362-69 547,656-318-555,122-64-4,-193 97-58,-12-37 539,489-216-341,-1-2 0,0-2 0,-1-3 0,0-1 0,-78 5 0,120-15-143,1 0-1,0 0 0,-1 0 1,1-1-1,0 0 1,-1 0-1,1 0 1,-6-3-1,9 3-14,-1 0-1,1-1 1,-1 0-1,1 1 1,0-1-1,0 0 1,0 0-1,0 0 1,0 0-1,1-1 1,-1 1-1,1 0 1,-1-1-1,1 1 1,0-1-1,-2-4 1,-3-16-5,1 0 1,0 0-1,2-1 1,1 0 0,1 0-1,3-36 1,-2 14-5,1-148 1,-23-619 54,-16 426 157,-17-209 1106,55 580-1297,0 12-20,0 0 0,0 0 0,0 1-1,0-1 1,-1 0 0,0 0 0,0 1 0,0-1 0,0 0-1,-2-3 1,3 7-45,-1 0-1,1 0 0,0 0 0,-1 1 1,1-1-1,0 0 0,0 0 1,-1 1-1,1-1 0,0 0 1,0 0-1,-1 1 0,1-1 0,0 0 1,0 1-1,0-1 0,-1 0 1,1 0-1,0 1 0,0-1 0,0 1 1,0-1-1,0 0 0,0 1 1,0-1-1,0 0 0,0 1 1,0-1-1,0 0 0,0 1 0,0-1 1,0 0-1,0 1 0,-20 73-6967,-1-27-1748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9T13:56:29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1126 3290 7203,'0'0'14522,"-6"2"-13682,-16 7-435,-1-1 0,0-1 1,0-1-1,-39 5 0,10-5 389,-58-3 1,100-3-737,0-2 1,0 1-1,0-1 0,0-1 1,0 1-1,0-2 0,1 1 1,0-2-1,-1 1 0,1-1 1,1 0-1,-1-1 0,-12-11 1,-10-10 29,2-2 1,-29-36-1,18 19 39,-41-39 76,-75-87 278,126 135-356,3-1 0,-46-82 0,48 68-65,3-2 0,2-1 1,3 0-1,2-1 0,3-1 0,2-1 1,2 1-1,3-1 0,4-98 1,5 107-56,1 0 0,3 0 0,2 1 0,29-87 0,91-177 4,340-586 85,-451 864-90,-5 8 14,27-38 0,-40 63 59,-23-10 64,-64-16-125,56 19-4,1-1 1,-1-1-1,2-2 0,-33-18 1,24 4 145,0-2 1,2-2-1,2-1 1,-52-61-1,85 87 20,8 5-291,-4 0 96,185 3-116,90-1 162,-246-4-26,50-11 1,-6 2-5,-77 10 0,1 1 1,0 0 0,0 1 0,-1-1 0,1 0 0,0 0 0,-1 0 0,1 0 0,0 1 0,0-1 0,-1 0-1,1 0 1,-1 1 0,1-1 0,0 1 0,-1-1 0,1 1 0,-1-1 0,1 1 0,-1-1 0,1 1 0,-1-1 0,1 1-1,-1-1 1,1 1 0,-1 0 0,0-1 0,1 1 0,-1 0 0,0-1 0,0 1 0,0 0 0,0 0 0,1-1-1,-1 1 1,0 0 0,0-1 0,0 1 0,-1 1 0,-1 36 17,0-30-4,-7 43 256,-27 85 1,20-85 51,-16 96 1,26-101-138,3 0-1,1 1 1,3-1-1,7 60 1,-5-90-141,0-1-1,2 1 1,-1-1 0,2 0-1,0-1 1,1 1 0,0-1-1,10 14 1,-12-44-603,4-10-1922,1 0-1,22-38 1,-10 20-3509,14-31-12778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7D0B-7739-F422-F554-65E786478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D765C-B985-3096-CEBF-08ACE5FB6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095C1-E329-9614-0472-EDA97B67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91313-D7F3-495E-DE98-9901A7EF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06D2-C1DA-A142-BAE9-ABCC3FB3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096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356C-149F-11DA-817D-6ED106D9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E7492-C437-361D-8595-23C33BF2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D2B0F-05E2-0DDF-533C-F4D48A1D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9F821-B728-34B6-A356-099A8B1B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94961-DB28-AF92-284D-A439B099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33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1ABE-A8D3-9F1D-A31A-1000D6C3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2CD49-AB01-B4F2-AF6C-CA2A7E59E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582F-1337-FE0A-1BCC-377499B4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B4019-9EEB-801D-7BF0-20297222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1AF82-65F4-3EAD-0348-67C8D1D6F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961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8B02-5C98-D413-E55E-3618B0B3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F50C9-F726-6129-C3BA-D3F4C0E2F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8C1D2-D517-C250-716B-1DBDBBC3A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BE647-325A-D194-728F-4073F0A6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4D6C2-765A-179A-2332-5FC684B2A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2858E-7954-1AE8-7937-FAD8B734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697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504D-E014-317A-1262-44775C00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8F00E-35F8-7CE2-CAFE-B3D7571CE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69D0F-FF32-EAB8-D822-6D53A1498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70B3F-525E-2353-84D1-F72FD7150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ED809-7918-105C-68E0-91E5C9118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C73AE-6C06-7613-C300-9E157A36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6E486-CC07-2435-13F0-E41CC0F4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A3B00-220E-634F-3C4B-4AA6CFCF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91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71DD-162E-99E9-64DC-03170184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26B80C-E4BA-3E8E-39A2-E9AF9B51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764B2-A5E6-01CB-F3EC-4DF01A05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A5A28-5A5D-6498-DC54-50B7D69E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08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C1490-8809-BD21-8A2A-E79822CD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FFFD3-FD96-2944-1B58-92C5CBAA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DE679-9B02-6E94-D42E-E6C8B296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938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19BD-9094-ADD2-2105-2BB3142F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F6C17-5E82-D159-CAAA-0FCD9D57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01AAB-568E-CBCA-9F1F-A451E87CF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FDD57-F498-E5F3-F46F-21432009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189AB-A5C4-59A2-A991-B133B1A0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1D98F-7AF7-B00C-7353-585C2C570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9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978D3-6E41-3FC0-F297-44740CF1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AF42E-694D-7071-B2D9-7B686EDB0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C1686-F87B-EBA9-1E58-CA5F96388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8018A-E96E-EA32-06DB-1806286A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1F182-2D7A-64E8-CB92-91DDE48B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F461D-1B30-A0F9-B82F-C662DD31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69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5ABD-8E8D-718C-795F-F4119A22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CFA96-8FAA-56B1-B6B0-81CACED15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3AC-8286-BD01-0B3E-60AE1514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9D84B-B090-980E-BD5A-9FA0AEDC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F687B-46C8-1FEF-641D-0FED0935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98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2384B-27A7-1135-64AC-350445E49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29539-0FCC-BEFB-AF49-F6F8BAA22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083D5-331C-C4DA-7C33-C6EDA226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8F4B-2747-2CFA-DFB0-3FB367E2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AA545-D488-3F38-8D34-5AD61ED7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11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FE0ED-1FFA-C8BA-BD94-945BC875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0E4E-ADA4-E189-9BD8-B5537C4BE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E99A4-1A8D-363F-5435-818E318F4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D2B26-AF88-4495-96B4-1B7E34E5A786}" type="datetimeFigureOut">
              <a:rPr lang="en-IN" smtClean="0"/>
              <a:t>29-09-2024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762ED-EEE6-6305-0493-CC02DB363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B477E-95D6-63A0-5F3B-02B6E421D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19680-8B1E-431B-AFCF-D1CFAA1D2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13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image" Target="../media/image118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269" Type="http://schemas.openxmlformats.org/officeDocument/2006/relationships/image" Target="../media/image134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5.xml"/><Relationship Id="rId299" Type="http://schemas.openxmlformats.org/officeDocument/2006/relationships/customXml" Target="../ink/ink286.xml"/><Relationship Id="rId21" Type="http://schemas.openxmlformats.org/officeDocument/2006/relationships/image" Target="../media/image145.png"/><Relationship Id="rId63" Type="http://schemas.openxmlformats.org/officeDocument/2006/relationships/customXml" Target="../ink/ink167.xml"/><Relationship Id="rId159" Type="http://schemas.openxmlformats.org/officeDocument/2006/relationships/customXml" Target="../ink/ink216.xml"/><Relationship Id="rId324" Type="http://schemas.openxmlformats.org/officeDocument/2006/relationships/image" Target="../media/image295.png"/><Relationship Id="rId170" Type="http://schemas.openxmlformats.org/officeDocument/2006/relationships/image" Target="../media/image218.png"/><Relationship Id="rId226" Type="http://schemas.openxmlformats.org/officeDocument/2006/relationships/image" Target="../media/image246.png"/><Relationship Id="rId268" Type="http://schemas.openxmlformats.org/officeDocument/2006/relationships/image" Target="../media/image267.png"/><Relationship Id="rId32" Type="http://schemas.openxmlformats.org/officeDocument/2006/relationships/customXml" Target="../ink/ink151.xml"/><Relationship Id="rId74" Type="http://schemas.openxmlformats.org/officeDocument/2006/relationships/customXml" Target="../ink/ink173.xml"/><Relationship Id="rId128" Type="http://schemas.openxmlformats.org/officeDocument/2006/relationships/image" Target="../media/image197.png"/><Relationship Id="rId335" Type="http://schemas.openxmlformats.org/officeDocument/2006/relationships/customXml" Target="../ink/ink304.xml"/><Relationship Id="rId5" Type="http://schemas.openxmlformats.org/officeDocument/2006/relationships/image" Target="../media/image137.png"/><Relationship Id="rId181" Type="http://schemas.openxmlformats.org/officeDocument/2006/relationships/customXml" Target="../ink/ink227.xml"/><Relationship Id="rId237" Type="http://schemas.openxmlformats.org/officeDocument/2006/relationships/customXml" Target="../ink/ink255.xml"/><Relationship Id="rId279" Type="http://schemas.openxmlformats.org/officeDocument/2006/relationships/customXml" Target="../ink/ink276.xml"/><Relationship Id="rId43" Type="http://schemas.openxmlformats.org/officeDocument/2006/relationships/customXml" Target="../ink/ink157.xml"/><Relationship Id="rId139" Type="http://schemas.openxmlformats.org/officeDocument/2006/relationships/customXml" Target="../ink/ink206.xml"/><Relationship Id="rId290" Type="http://schemas.openxmlformats.org/officeDocument/2006/relationships/image" Target="../media/image278.png"/><Relationship Id="rId304" Type="http://schemas.openxmlformats.org/officeDocument/2006/relationships/image" Target="../media/image285.png"/><Relationship Id="rId346" Type="http://schemas.openxmlformats.org/officeDocument/2006/relationships/image" Target="../media/image305.png"/><Relationship Id="rId85" Type="http://schemas.openxmlformats.org/officeDocument/2006/relationships/image" Target="../media/image176.png"/><Relationship Id="rId150" Type="http://schemas.openxmlformats.org/officeDocument/2006/relationships/image" Target="../media/image208.png"/><Relationship Id="rId192" Type="http://schemas.openxmlformats.org/officeDocument/2006/relationships/image" Target="../media/image229.png"/><Relationship Id="rId206" Type="http://schemas.openxmlformats.org/officeDocument/2006/relationships/image" Target="../media/image236.png"/><Relationship Id="rId248" Type="http://schemas.openxmlformats.org/officeDocument/2006/relationships/image" Target="../media/image257.png"/><Relationship Id="rId12" Type="http://schemas.openxmlformats.org/officeDocument/2006/relationships/customXml" Target="../ink/ink141.xml"/><Relationship Id="rId108" Type="http://schemas.openxmlformats.org/officeDocument/2006/relationships/image" Target="../media/image187.png"/><Relationship Id="rId315" Type="http://schemas.openxmlformats.org/officeDocument/2006/relationships/customXml" Target="../ink/ink294.xml"/><Relationship Id="rId54" Type="http://schemas.openxmlformats.org/officeDocument/2006/relationships/image" Target="../media/image161.png"/><Relationship Id="rId96" Type="http://schemas.openxmlformats.org/officeDocument/2006/relationships/customXml" Target="../ink/ink184.xml"/><Relationship Id="rId161" Type="http://schemas.openxmlformats.org/officeDocument/2006/relationships/customXml" Target="../ink/ink217.xml"/><Relationship Id="rId217" Type="http://schemas.openxmlformats.org/officeDocument/2006/relationships/customXml" Target="../ink/ink245.xml"/><Relationship Id="rId259" Type="http://schemas.openxmlformats.org/officeDocument/2006/relationships/customXml" Target="../ink/ink266.xml"/><Relationship Id="rId23" Type="http://schemas.openxmlformats.org/officeDocument/2006/relationships/image" Target="../media/image146.png"/><Relationship Id="rId119" Type="http://schemas.openxmlformats.org/officeDocument/2006/relationships/customXml" Target="../ink/ink196.xml"/><Relationship Id="rId270" Type="http://schemas.openxmlformats.org/officeDocument/2006/relationships/image" Target="../media/image268.png"/><Relationship Id="rId326" Type="http://schemas.openxmlformats.org/officeDocument/2006/relationships/image" Target="../media/image70.png"/><Relationship Id="rId65" Type="http://schemas.openxmlformats.org/officeDocument/2006/relationships/customXml" Target="../ink/ink168.xml"/><Relationship Id="rId130" Type="http://schemas.openxmlformats.org/officeDocument/2006/relationships/image" Target="../media/image198.png"/><Relationship Id="rId172" Type="http://schemas.openxmlformats.org/officeDocument/2006/relationships/image" Target="../media/image219.png"/><Relationship Id="rId228" Type="http://schemas.openxmlformats.org/officeDocument/2006/relationships/image" Target="../media/image247.png"/><Relationship Id="rId281" Type="http://schemas.openxmlformats.org/officeDocument/2006/relationships/customXml" Target="../ink/ink277.xml"/><Relationship Id="rId337" Type="http://schemas.openxmlformats.org/officeDocument/2006/relationships/customXml" Target="../ink/ink305.xml"/><Relationship Id="rId34" Type="http://schemas.openxmlformats.org/officeDocument/2006/relationships/customXml" Target="../ink/ink152.xml"/><Relationship Id="rId76" Type="http://schemas.openxmlformats.org/officeDocument/2006/relationships/customXml" Target="../ink/ink174.xml"/><Relationship Id="rId141" Type="http://schemas.openxmlformats.org/officeDocument/2006/relationships/customXml" Target="../ink/ink207.xml"/><Relationship Id="rId7" Type="http://schemas.openxmlformats.org/officeDocument/2006/relationships/image" Target="../media/image138.png"/><Relationship Id="rId183" Type="http://schemas.openxmlformats.org/officeDocument/2006/relationships/customXml" Target="../ink/ink228.xml"/><Relationship Id="rId239" Type="http://schemas.openxmlformats.org/officeDocument/2006/relationships/customXml" Target="../ink/ink256.xml"/><Relationship Id="rId250" Type="http://schemas.openxmlformats.org/officeDocument/2006/relationships/image" Target="../media/image258.png"/><Relationship Id="rId292" Type="http://schemas.openxmlformats.org/officeDocument/2006/relationships/image" Target="../media/image279.png"/><Relationship Id="rId306" Type="http://schemas.openxmlformats.org/officeDocument/2006/relationships/image" Target="../media/image286.png"/><Relationship Id="rId45" Type="http://schemas.openxmlformats.org/officeDocument/2006/relationships/customXml" Target="../ink/ink158.xml"/><Relationship Id="rId87" Type="http://schemas.openxmlformats.org/officeDocument/2006/relationships/image" Target="../media/image177.png"/><Relationship Id="rId110" Type="http://schemas.openxmlformats.org/officeDocument/2006/relationships/image" Target="../media/image188.png"/><Relationship Id="rId348" Type="http://schemas.openxmlformats.org/officeDocument/2006/relationships/image" Target="../media/image306.png"/><Relationship Id="rId152" Type="http://schemas.openxmlformats.org/officeDocument/2006/relationships/image" Target="../media/image209.png"/><Relationship Id="rId194" Type="http://schemas.openxmlformats.org/officeDocument/2006/relationships/image" Target="../media/image230.png"/><Relationship Id="rId208" Type="http://schemas.openxmlformats.org/officeDocument/2006/relationships/image" Target="../media/image237.png"/><Relationship Id="rId261" Type="http://schemas.openxmlformats.org/officeDocument/2006/relationships/customXml" Target="../ink/ink267.xml"/><Relationship Id="rId14" Type="http://schemas.openxmlformats.org/officeDocument/2006/relationships/customXml" Target="../ink/ink142.xml"/><Relationship Id="rId56" Type="http://schemas.openxmlformats.org/officeDocument/2006/relationships/image" Target="../media/image162.png"/><Relationship Id="rId317" Type="http://schemas.openxmlformats.org/officeDocument/2006/relationships/customXml" Target="../ink/ink295.xml"/><Relationship Id="rId98" Type="http://schemas.openxmlformats.org/officeDocument/2006/relationships/customXml" Target="../ink/ink185.xml"/><Relationship Id="rId121" Type="http://schemas.openxmlformats.org/officeDocument/2006/relationships/customXml" Target="../ink/ink197.xml"/><Relationship Id="rId163" Type="http://schemas.openxmlformats.org/officeDocument/2006/relationships/customXml" Target="../ink/ink218.xml"/><Relationship Id="rId219" Type="http://schemas.openxmlformats.org/officeDocument/2006/relationships/customXml" Target="../ink/ink246.xml"/><Relationship Id="rId230" Type="http://schemas.openxmlformats.org/officeDocument/2006/relationships/image" Target="../media/image248.png"/><Relationship Id="rId251" Type="http://schemas.openxmlformats.org/officeDocument/2006/relationships/customXml" Target="../ink/ink262.xml"/><Relationship Id="rId25" Type="http://schemas.openxmlformats.org/officeDocument/2006/relationships/image" Target="../media/image147.png"/><Relationship Id="rId46" Type="http://schemas.openxmlformats.org/officeDocument/2006/relationships/image" Target="../media/image157.png"/><Relationship Id="rId67" Type="http://schemas.openxmlformats.org/officeDocument/2006/relationships/customXml" Target="../ink/ink169.xml"/><Relationship Id="rId272" Type="http://schemas.openxmlformats.org/officeDocument/2006/relationships/image" Target="../media/image269.png"/><Relationship Id="rId293" Type="http://schemas.openxmlformats.org/officeDocument/2006/relationships/customXml" Target="../ink/ink283.xml"/><Relationship Id="rId307" Type="http://schemas.openxmlformats.org/officeDocument/2006/relationships/customXml" Target="../ink/ink290.xml"/><Relationship Id="rId328" Type="http://schemas.openxmlformats.org/officeDocument/2006/relationships/image" Target="../media/image296.png"/><Relationship Id="rId349" Type="http://schemas.openxmlformats.org/officeDocument/2006/relationships/customXml" Target="../ink/ink311.xml"/><Relationship Id="rId88" Type="http://schemas.openxmlformats.org/officeDocument/2006/relationships/customXml" Target="../ink/ink180.xml"/><Relationship Id="rId111" Type="http://schemas.openxmlformats.org/officeDocument/2006/relationships/customXml" Target="../ink/ink192.xml"/><Relationship Id="rId132" Type="http://schemas.openxmlformats.org/officeDocument/2006/relationships/image" Target="../media/image199.png"/><Relationship Id="rId153" Type="http://schemas.openxmlformats.org/officeDocument/2006/relationships/customXml" Target="../ink/ink213.xml"/><Relationship Id="rId174" Type="http://schemas.openxmlformats.org/officeDocument/2006/relationships/image" Target="../media/image220.png"/><Relationship Id="rId195" Type="http://schemas.openxmlformats.org/officeDocument/2006/relationships/customXml" Target="../ink/ink234.xml"/><Relationship Id="rId209" Type="http://schemas.openxmlformats.org/officeDocument/2006/relationships/customXml" Target="../ink/ink241.xml"/><Relationship Id="rId220" Type="http://schemas.openxmlformats.org/officeDocument/2006/relationships/image" Target="../media/image243.png"/><Relationship Id="rId241" Type="http://schemas.openxmlformats.org/officeDocument/2006/relationships/customXml" Target="../ink/ink257.xml"/><Relationship Id="rId15" Type="http://schemas.openxmlformats.org/officeDocument/2006/relationships/image" Target="../media/image142.png"/><Relationship Id="rId36" Type="http://schemas.openxmlformats.org/officeDocument/2006/relationships/customXml" Target="../ink/ink153.xml"/><Relationship Id="rId57" Type="http://schemas.openxmlformats.org/officeDocument/2006/relationships/customXml" Target="../ink/ink164.xml"/><Relationship Id="rId262" Type="http://schemas.openxmlformats.org/officeDocument/2006/relationships/image" Target="../media/image264.png"/><Relationship Id="rId283" Type="http://schemas.openxmlformats.org/officeDocument/2006/relationships/customXml" Target="../ink/ink278.xml"/><Relationship Id="rId318" Type="http://schemas.openxmlformats.org/officeDocument/2006/relationships/image" Target="../media/image292.png"/><Relationship Id="rId339" Type="http://schemas.openxmlformats.org/officeDocument/2006/relationships/customXml" Target="../ink/ink306.xml"/><Relationship Id="rId78" Type="http://schemas.openxmlformats.org/officeDocument/2006/relationships/customXml" Target="../ink/ink175.xml"/><Relationship Id="rId99" Type="http://schemas.openxmlformats.org/officeDocument/2006/relationships/image" Target="../media/image183.png"/><Relationship Id="rId101" Type="http://schemas.openxmlformats.org/officeDocument/2006/relationships/customXml" Target="../ink/ink187.xml"/><Relationship Id="rId122" Type="http://schemas.openxmlformats.org/officeDocument/2006/relationships/image" Target="../media/image194.png"/><Relationship Id="rId143" Type="http://schemas.openxmlformats.org/officeDocument/2006/relationships/customXml" Target="../ink/ink208.xml"/><Relationship Id="rId164" Type="http://schemas.openxmlformats.org/officeDocument/2006/relationships/image" Target="../media/image215.png"/><Relationship Id="rId185" Type="http://schemas.openxmlformats.org/officeDocument/2006/relationships/customXml" Target="../ink/ink229.xml"/><Relationship Id="rId350" Type="http://schemas.openxmlformats.org/officeDocument/2006/relationships/image" Target="../media/image307.png"/><Relationship Id="rId9" Type="http://schemas.openxmlformats.org/officeDocument/2006/relationships/image" Target="../media/image139.png"/><Relationship Id="rId210" Type="http://schemas.openxmlformats.org/officeDocument/2006/relationships/image" Target="../media/image238.png"/><Relationship Id="rId26" Type="http://schemas.openxmlformats.org/officeDocument/2006/relationships/customXml" Target="../ink/ink148.xml"/><Relationship Id="rId231" Type="http://schemas.openxmlformats.org/officeDocument/2006/relationships/customXml" Target="../ink/ink252.xml"/><Relationship Id="rId252" Type="http://schemas.openxmlformats.org/officeDocument/2006/relationships/image" Target="../media/image259.png"/><Relationship Id="rId273" Type="http://schemas.openxmlformats.org/officeDocument/2006/relationships/customXml" Target="../ink/ink273.xml"/><Relationship Id="rId294" Type="http://schemas.openxmlformats.org/officeDocument/2006/relationships/image" Target="../media/image280.png"/><Relationship Id="rId308" Type="http://schemas.openxmlformats.org/officeDocument/2006/relationships/image" Target="../media/image287.png"/><Relationship Id="rId329" Type="http://schemas.openxmlformats.org/officeDocument/2006/relationships/customXml" Target="../ink/ink301.xml"/><Relationship Id="rId47" Type="http://schemas.openxmlformats.org/officeDocument/2006/relationships/customXml" Target="../ink/ink159.xml"/><Relationship Id="rId68" Type="http://schemas.openxmlformats.org/officeDocument/2006/relationships/customXml" Target="../ink/ink170.xml"/><Relationship Id="rId89" Type="http://schemas.openxmlformats.org/officeDocument/2006/relationships/image" Target="../media/image178.png"/><Relationship Id="rId112" Type="http://schemas.openxmlformats.org/officeDocument/2006/relationships/image" Target="../media/image189.png"/><Relationship Id="rId133" Type="http://schemas.openxmlformats.org/officeDocument/2006/relationships/customXml" Target="../ink/ink203.xml"/><Relationship Id="rId154" Type="http://schemas.openxmlformats.org/officeDocument/2006/relationships/image" Target="../media/image210.png"/><Relationship Id="rId175" Type="http://schemas.openxmlformats.org/officeDocument/2006/relationships/customXml" Target="../ink/ink224.xml"/><Relationship Id="rId340" Type="http://schemas.openxmlformats.org/officeDocument/2006/relationships/image" Target="../media/image302.png"/><Relationship Id="rId196" Type="http://schemas.openxmlformats.org/officeDocument/2006/relationships/image" Target="../media/image231.png"/><Relationship Id="rId200" Type="http://schemas.openxmlformats.org/officeDocument/2006/relationships/image" Target="../media/image233.png"/><Relationship Id="rId16" Type="http://schemas.openxmlformats.org/officeDocument/2006/relationships/customXml" Target="../ink/ink143.xml"/><Relationship Id="rId221" Type="http://schemas.openxmlformats.org/officeDocument/2006/relationships/customXml" Target="../ink/ink247.xml"/><Relationship Id="rId242" Type="http://schemas.openxmlformats.org/officeDocument/2006/relationships/image" Target="../media/image254.png"/><Relationship Id="rId263" Type="http://schemas.openxmlformats.org/officeDocument/2006/relationships/customXml" Target="../ink/ink268.xml"/><Relationship Id="rId284" Type="http://schemas.openxmlformats.org/officeDocument/2006/relationships/image" Target="../media/image275.png"/><Relationship Id="rId319" Type="http://schemas.openxmlformats.org/officeDocument/2006/relationships/customXml" Target="../ink/ink296.xml"/><Relationship Id="rId37" Type="http://schemas.openxmlformats.org/officeDocument/2006/relationships/customXml" Target="../ink/ink154.xml"/><Relationship Id="rId58" Type="http://schemas.openxmlformats.org/officeDocument/2006/relationships/image" Target="../media/image163.png"/><Relationship Id="rId79" Type="http://schemas.openxmlformats.org/officeDocument/2006/relationships/image" Target="../media/image173.png"/><Relationship Id="rId102" Type="http://schemas.openxmlformats.org/officeDocument/2006/relationships/image" Target="../media/image184.png"/><Relationship Id="rId123" Type="http://schemas.openxmlformats.org/officeDocument/2006/relationships/customXml" Target="../ink/ink198.xml"/><Relationship Id="rId144" Type="http://schemas.openxmlformats.org/officeDocument/2006/relationships/image" Target="../media/image205.png"/><Relationship Id="rId330" Type="http://schemas.openxmlformats.org/officeDocument/2006/relationships/image" Target="../media/image297.png"/><Relationship Id="rId90" Type="http://schemas.openxmlformats.org/officeDocument/2006/relationships/customXml" Target="../ink/ink181.xml"/><Relationship Id="rId165" Type="http://schemas.openxmlformats.org/officeDocument/2006/relationships/customXml" Target="../ink/ink219.xml"/><Relationship Id="rId186" Type="http://schemas.openxmlformats.org/officeDocument/2006/relationships/image" Target="../media/image226.png"/><Relationship Id="rId351" Type="http://schemas.openxmlformats.org/officeDocument/2006/relationships/customXml" Target="../ink/ink312.xml"/><Relationship Id="rId211" Type="http://schemas.openxmlformats.org/officeDocument/2006/relationships/customXml" Target="../ink/ink242.xml"/><Relationship Id="rId232" Type="http://schemas.openxmlformats.org/officeDocument/2006/relationships/image" Target="../media/image249.png"/><Relationship Id="rId253" Type="http://schemas.openxmlformats.org/officeDocument/2006/relationships/customXml" Target="../ink/ink263.xml"/><Relationship Id="rId274" Type="http://schemas.openxmlformats.org/officeDocument/2006/relationships/image" Target="../media/image270.png"/><Relationship Id="rId295" Type="http://schemas.openxmlformats.org/officeDocument/2006/relationships/customXml" Target="../ink/ink284.xml"/><Relationship Id="rId309" Type="http://schemas.openxmlformats.org/officeDocument/2006/relationships/customXml" Target="../ink/ink291.xml"/><Relationship Id="rId27" Type="http://schemas.openxmlformats.org/officeDocument/2006/relationships/image" Target="../media/image148.png"/><Relationship Id="rId48" Type="http://schemas.openxmlformats.org/officeDocument/2006/relationships/image" Target="../media/image158.png"/><Relationship Id="rId69" Type="http://schemas.openxmlformats.org/officeDocument/2006/relationships/image" Target="../media/image168.png"/><Relationship Id="rId113" Type="http://schemas.openxmlformats.org/officeDocument/2006/relationships/customXml" Target="../ink/ink193.xml"/><Relationship Id="rId134" Type="http://schemas.openxmlformats.org/officeDocument/2006/relationships/image" Target="../media/image200.png"/><Relationship Id="rId320" Type="http://schemas.openxmlformats.org/officeDocument/2006/relationships/image" Target="../media/image293.png"/><Relationship Id="rId80" Type="http://schemas.openxmlformats.org/officeDocument/2006/relationships/customXml" Target="../ink/ink176.xml"/><Relationship Id="rId155" Type="http://schemas.openxmlformats.org/officeDocument/2006/relationships/customXml" Target="../ink/ink214.xml"/><Relationship Id="rId176" Type="http://schemas.openxmlformats.org/officeDocument/2006/relationships/image" Target="../media/image221.png"/><Relationship Id="rId197" Type="http://schemas.openxmlformats.org/officeDocument/2006/relationships/customXml" Target="../ink/ink235.xml"/><Relationship Id="rId341" Type="http://schemas.openxmlformats.org/officeDocument/2006/relationships/customXml" Target="../ink/ink307.xml"/><Relationship Id="rId201" Type="http://schemas.openxmlformats.org/officeDocument/2006/relationships/customXml" Target="../ink/ink237.xml"/><Relationship Id="rId222" Type="http://schemas.openxmlformats.org/officeDocument/2006/relationships/image" Target="../media/image244.png"/><Relationship Id="rId243" Type="http://schemas.openxmlformats.org/officeDocument/2006/relationships/customXml" Target="../ink/ink258.xml"/><Relationship Id="rId264" Type="http://schemas.openxmlformats.org/officeDocument/2006/relationships/image" Target="../media/image265.png"/><Relationship Id="rId285" Type="http://schemas.openxmlformats.org/officeDocument/2006/relationships/customXml" Target="../ink/ink279.xml"/><Relationship Id="rId17" Type="http://schemas.openxmlformats.org/officeDocument/2006/relationships/image" Target="../media/image143.png"/><Relationship Id="rId38" Type="http://schemas.openxmlformats.org/officeDocument/2006/relationships/image" Target="../media/image153.png"/><Relationship Id="rId59" Type="http://schemas.openxmlformats.org/officeDocument/2006/relationships/customXml" Target="../ink/ink165.xml"/><Relationship Id="rId103" Type="http://schemas.openxmlformats.org/officeDocument/2006/relationships/customXml" Target="../ink/ink188.xml"/><Relationship Id="rId124" Type="http://schemas.openxmlformats.org/officeDocument/2006/relationships/image" Target="../media/image195.png"/><Relationship Id="rId310" Type="http://schemas.openxmlformats.org/officeDocument/2006/relationships/image" Target="../media/image288.png"/><Relationship Id="rId70" Type="http://schemas.openxmlformats.org/officeDocument/2006/relationships/customXml" Target="../ink/ink171.xml"/><Relationship Id="rId91" Type="http://schemas.openxmlformats.org/officeDocument/2006/relationships/image" Target="../media/image179.png"/><Relationship Id="rId145" Type="http://schemas.openxmlformats.org/officeDocument/2006/relationships/customXml" Target="../ink/ink209.xml"/><Relationship Id="rId166" Type="http://schemas.openxmlformats.org/officeDocument/2006/relationships/image" Target="../media/image216.png"/><Relationship Id="rId187" Type="http://schemas.openxmlformats.org/officeDocument/2006/relationships/customXml" Target="../ink/ink230.xml"/><Relationship Id="rId331" Type="http://schemas.openxmlformats.org/officeDocument/2006/relationships/customXml" Target="../ink/ink302.xml"/><Relationship Id="rId352" Type="http://schemas.openxmlformats.org/officeDocument/2006/relationships/image" Target="../media/image308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39.png"/><Relationship Id="rId233" Type="http://schemas.openxmlformats.org/officeDocument/2006/relationships/customXml" Target="../ink/ink253.xml"/><Relationship Id="rId254" Type="http://schemas.openxmlformats.org/officeDocument/2006/relationships/image" Target="../media/image260.png"/><Relationship Id="rId28" Type="http://schemas.openxmlformats.org/officeDocument/2006/relationships/customXml" Target="../ink/ink149.xml"/><Relationship Id="rId49" Type="http://schemas.openxmlformats.org/officeDocument/2006/relationships/customXml" Target="../ink/ink160.xml"/><Relationship Id="rId114" Type="http://schemas.openxmlformats.org/officeDocument/2006/relationships/image" Target="../media/image190.png"/><Relationship Id="rId275" Type="http://schemas.openxmlformats.org/officeDocument/2006/relationships/customXml" Target="../ink/ink274.xml"/><Relationship Id="rId296" Type="http://schemas.openxmlformats.org/officeDocument/2006/relationships/image" Target="../media/image281.png"/><Relationship Id="rId300" Type="http://schemas.openxmlformats.org/officeDocument/2006/relationships/image" Target="../media/image283.png"/><Relationship Id="rId60" Type="http://schemas.openxmlformats.org/officeDocument/2006/relationships/image" Target="../media/image164.png"/><Relationship Id="rId81" Type="http://schemas.openxmlformats.org/officeDocument/2006/relationships/image" Target="../media/image174.png"/><Relationship Id="rId135" Type="http://schemas.openxmlformats.org/officeDocument/2006/relationships/customXml" Target="../ink/ink204.xml"/><Relationship Id="rId156" Type="http://schemas.openxmlformats.org/officeDocument/2006/relationships/image" Target="../media/image211.png"/><Relationship Id="rId177" Type="http://schemas.openxmlformats.org/officeDocument/2006/relationships/customXml" Target="../ink/ink225.xml"/><Relationship Id="rId198" Type="http://schemas.openxmlformats.org/officeDocument/2006/relationships/image" Target="../media/image232.png"/><Relationship Id="rId321" Type="http://schemas.openxmlformats.org/officeDocument/2006/relationships/customXml" Target="../ink/ink297.xml"/><Relationship Id="rId342" Type="http://schemas.openxmlformats.org/officeDocument/2006/relationships/image" Target="../media/image303.png"/><Relationship Id="rId202" Type="http://schemas.openxmlformats.org/officeDocument/2006/relationships/image" Target="../media/image234.png"/><Relationship Id="rId223" Type="http://schemas.openxmlformats.org/officeDocument/2006/relationships/customXml" Target="../ink/ink248.xml"/><Relationship Id="rId244" Type="http://schemas.openxmlformats.org/officeDocument/2006/relationships/image" Target="../media/image255.png"/><Relationship Id="rId18" Type="http://schemas.openxmlformats.org/officeDocument/2006/relationships/customXml" Target="../ink/ink144.xml"/><Relationship Id="rId39" Type="http://schemas.openxmlformats.org/officeDocument/2006/relationships/customXml" Target="../ink/ink155.xml"/><Relationship Id="rId265" Type="http://schemas.openxmlformats.org/officeDocument/2006/relationships/customXml" Target="../ink/ink269.xml"/><Relationship Id="rId286" Type="http://schemas.openxmlformats.org/officeDocument/2006/relationships/image" Target="../media/image276.png"/><Relationship Id="rId50" Type="http://schemas.openxmlformats.org/officeDocument/2006/relationships/image" Target="../media/image159.png"/><Relationship Id="rId104" Type="http://schemas.openxmlformats.org/officeDocument/2006/relationships/image" Target="../media/image185.png"/><Relationship Id="rId125" Type="http://schemas.openxmlformats.org/officeDocument/2006/relationships/customXml" Target="../ink/ink199.xml"/><Relationship Id="rId146" Type="http://schemas.openxmlformats.org/officeDocument/2006/relationships/image" Target="../media/image206.png"/><Relationship Id="rId167" Type="http://schemas.openxmlformats.org/officeDocument/2006/relationships/customXml" Target="../ink/ink220.xml"/><Relationship Id="rId188" Type="http://schemas.openxmlformats.org/officeDocument/2006/relationships/image" Target="../media/image227.png"/><Relationship Id="rId311" Type="http://schemas.openxmlformats.org/officeDocument/2006/relationships/customXml" Target="../ink/ink292.xml"/><Relationship Id="rId332" Type="http://schemas.openxmlformats.org/officeDocument/2006/relationships/image" Target="../media/image298.png"/><Relationship Id="rId353" Type="http://schemas.openxmlformats.org/officeDocument/2006/relationships/customXml" Target="../ink/ink313.xml"/><Relationship Id="rId71" Type="http://schemas.openxmlformats.org/officeDocument/2006/relationships/image" Target="../media/image169.png"/><Relationship Id="rId92" Type="http://schemas.openxmlformats.org/officeDocument/2006/relationships/customXml" Target="../ink/ink182.xml"/><Relationship Id="rId213" Type="http://schemas.openxmlformats.org/officeDocument/2006/relationships/customXml" Target="../ink/ink243.xml"/><Relationship Id="rId234" Type="http://schemas.openxmlformats.org/officeDocument/2006/relationships/image" Target="../media/image250.png"/><Relationship Id="rId2" Type="http://schemas.openxmlformats.org/officeDocument/2006/relationships/customXml" Target="../ink/ink136.xml"/><Relationship Id="rId29" Type="http://schemas.openxmlformats.org/officeDocument/2006/relationships/image" Target="../media/image149.png"/><Relationship Id="rId255" Type="http://schemas.openxmlformats.org/officeDocument/2006/relationships/customXml" Target="../ink/ink264.xml"/><Relationship Id="rId276" Type="http://schemas.openxmlformats.org/officeDocument/2006/relationships/image" Target="../media/image271.png"/><Relationship Id="rId297" Type="http://schemas.openxmlformats.org/officeDocument/2006/relationships/customXml" Target="../ink/ink285.xml"/><Relationship Id="rId40" Type="http://schemas.openxmlformats.org/officeDocument/2006/relationships/image" Target="../media/image154.png"/><Relationship Id="rId115" Type="http://schemas.openxmlformats.org/officeDocument/2006/relationships/customXml" Target="../ink/ink194.xml"/><Relationship Id="rId136" Type="http://schemas.openxmlformats.org/officeDocument/2006/relationships/image" Target="../media/image201.png"/><Relationship Id="rId157" Type="http://schemas.openxmlformats.org/officeDocument/2006/relationships/customXml" Target="../ink/ink215.xml"/><Relationship Id="rId178" Type="http://schemas.openxmlformats.org/officeDocument/2006/relationships/image" Target="../media/image222.png"/><Relationship Id="rId301" Type="http://schemas.openxmlformats.org/officeDocument/2006/relationships/customXml" Target="../ink/ink287.xml"/><Relationship Id="rId322" Type="http://schemas.openxmlformats.org/officeDocument/2006/relationships/image" Target="../media/image294.png"/><Relationship Id="rId343" Type="http://schemas.openxmlformats.org/officeDocument/2006/relationships/customXml" Target="../ink/ink308.xml"/><Relationship Id="rId61" Type="http://schemas.openxmlformats.org/officeDocument/2006/relationships/customXml" Target="../ink/ink166.xml"/><Relationship Id="rId82" Type="http://schemas.openxmlformats.org/officeDocument/2006/relationships/customXml" Target="../ink/ink177.xml"/><Relationship Id="rId199" Type="http://schemas.openxmlformats.org/officeDocument/2006/relationships/customXml" Target="../ink/ink236.xml"/><Relationship Id="rId203" Type="http://schemas.openxmlformats.org/officeDocument/2006/relationships/customXml" Target="../ink/ink238.xml"/><Relationship Id="rId19" Type="http://schemas.openxmlformats.org/officeDocument/2006/relationships/image" Target="../media/image144.png"/><Relationship Id="rId224" Type="http://schemas.openxmlformats.org/officeDocument/2006/relationships/image" Target="../media/image245.png"/><Relationship Id="rId245" Type="http://schemas.openxmlformats.org/officeDocument/2006/relationships/customXml" Target="../ink/ink259.xml"/><Relationship Id="rId266" Type="http://schemas.openxmlformats.org/officeDocument/2006/relationships/image" Target="../media/image266.png"/><Relationship Id="rId287" Type="http://schemas.openxmlformats.org/officeDocument/2006/relationships/customXml" Target="../ink/ink280.xml"/><Relationship Id="rId30" Type="http://schemas.openxmlformats.org/officeDocument/2006/relationships/customXml" Target="../ink/ink150.xml"/><Relationship Id="rId105" Type="http://schemas.openxmlformats.org/officeDocument/2006/relationships/customXml" Target="../ink/ink189.xml"/><Relationship Id="rId126" Type="http://schemas.openxmlformats.org/officeDocument/2006/relationships/image" Target="../media/image196.png"/><Relationship Id="rId147" Type="http://schemas.openxmlformats.org/officeDocument/2006/relationships/customXml" Target="../ink/ink210.xml"/><Relationship Id="rId168" Type="http://schemas.openxmlformats.org/officeDocument/2006/relationships/image" Target="../media/image217.png"/><Relationship Id="rId312" Type="http://schemas.openxmlformats.org/officeDocument/2006/relationships/image" Target="../media/image289.png"/><Relationship Id="rId333" Type="http://schemas.openxmlformats.org/officeDocument/2006/relationships/customXml" Target="../ink/ink303.xml"/><Relationship Id="rId354" Type="http://schemas.openxmlformats.org/officeDocument/2006/relationships/image" Target="../media/image309.png"/><Relationship Id="rId51" Type="http://schemas.openxmlformats.org/officeDocument/2006/relationships/customXml" Target="../ink/ink161.xml"/><Relationship Id="rId72" Type="http://schemas.openxmlformats.org/officeDocument/2006/relationships/customXml" Target="../ink/ink172.xml"/><Relationship Id="rId93" Type="http://schemas.openxmlformats.org/officeDocument/2006/relationships/image" Target="../media/image180.png"/><Relationship Id="rId189" Type="http://schemas.openxmlformats.org/officeDocument/2006/relationships/customXml" Target="../ink/ink231.xml"/><Relationship Id="rId3" Type="http://schemas.openxmlformats.org/officeDocument/2006/relationships/image" Target="../media/image136.png"/><Relationship Id="rId214" Type="http://schemas.openxmlformats.org/officeDocument/2006/relationships/image" Target="../media/image240.png"/><Relationship Id="rId235" Type="http://schemas.openxmlformats.org/officeDocument/2006/relationships/customXml" Target="../ink/ink254.xml"/><Relationship Id="rId256" Type="http://schemas.openxmlformats.org/officeDocument/2006/relationships/image" Target="../media/image261.png"/><Relationship Id="rId277" Type="http://schemas.openxmlformats.org/officeDocument/2006/relationships/customXml" Target="../ink/ink275.xml"/><Relationship Id="rId298" Type="http://schemas.openxmlformats.org/officeDocument/2006/relationships/image" Target="../media/image282.png"/><Relationship Id="rId116" Type="http://schemas.openxmlformats.org/officeDocument/2006/relationships/image" Target="../media/image191.png"/><Relationship Id="rId137" Type="http://schemas.openxmlformats.org/officeDocument/2006/relationships/customXml" Target="../ink/ink205.xml"/><Relationship Id="rId158" Type="http://schemas.openxmlformats.org/officeDocument/2006/relationships/image" Target="../media/image212.png"/><Relationship Id="rId302" Type="http://schemas.openxmlformats.org/officeDocument/2006/relationships/image" Target="../media/image284.png"/><Relationship Id="rId323" Type="http://schemas.openxmlformats.org/officeDocument/2006/relationships/customXml" Target="../ink/ink298.xml"/><Relationship Id="rId344" Type="http://schemas.openxmlformats.org/officeDocument/2006/relationships/image" Target="../media/image304.png"/><Relationship Id="rId20" Type="http://schemas.openxmlformats.org/officeDocument/2006/relationships/customXml" Target="../ink/ink145.xml"/><Relationship Id="rId41" Type="http://schemas.openxmlformats.org/officeDocument/2006/relationships/customXml" Target="../ink/ink156.xml"/><Relationship Id="rId62" Type="http://schemas.openxmlformats.org/officeDocument/2006/relationships/image" Target="../media/image165.png"/><Relationship Id="rId83" Type="http://schemas.openxmlformats.org/officeDocument/2006/relationships/image" Target="../media/image175.png"/><Relationship Id="rId179" Type="http://schemas.openxmlformats.org/officeDocument/2006/relationships/customXml" Target="../ink/ink226.xml"/><Relationship Id="rId190" Type="http://schemas.openxmlformats.org/officeDocument/2006/relationships/image" Target="../media/image228.png"/><Relationship Id="rId204" Type="http://schemas.openxmlformats.org/officeDocument/2006/relationships/image" Target="../media/image235.png"/><Relationship Id="rId225" Type="http://schemas.openxmlformats.org/officeDocument/2006/relationships/customXml" Target="../ink/ink249.xml"/><Relationship Id="rId246" Type="http://schemas.openxmlformats.org/officeDocument/2006/relationships/image" Target="../media/image256.png"/><Relationship Id="rId267" Type="http://schemas.openxmlformats.org/officeDocument/2006/relationships/customXml" Target="../ink/ink270.xml"/><Relationship Id="rId288" Type="http://schemas.openxmlformats.org/officeDocument/2006/relationships/image" Target="../media/image277.png"/><Relationship Id="rId106" Type="http://schemas.openxmlformats.org/officeDocument/2006/relationships/image" Target="../media/image186.png"/><Relationship Id="rId127" Type="http://schemas.openxmlformats.org/officeDocument/2006/relationships/customXml" Target="../ink/ink200.xml"/><Relationship Id="rId313" Type="http://schemas.openxmlformats.org/officeDocument/2006/relationships/customXml" Target="../ink/ink293.xml"/><Relationship Id="rId10" Type="http://schemas.openxmlformats.org/officeDocument/2006/relationships/customXml" Target="../ink/ink140.xml"/><Relationship Id="rId31" Type="http://schemas.openxmlformats.org/officeDocument/2006/relationships/image" Target="../media/image150.png"/><Relationship Id="rId52" Type="http://schemas.openxmlformats.org/officeDocument/2006/relationships/image" Target="../media/image160.png"/><Relationship Id="rId73" Type="http://schemas.openxmlformats.org/officeDocument/2006/relationships/image" Target="../media/image170.png"/><Relationship Id="rId94" Type="http://schemas.openxmlformats.org/officeDocument/2006/relationships/customXml" Target="../ink/ink183.xml"/><Relationship Id="rId148" Type="http://schemas.openxmlformats.org/officeDocument/2006/relationships/image" Target="../media/image207.png"/><Relationship Id="rId169" Type="http://schemas.openxmlformats.org/officeDocument/2006/relationships/customXml" Target="../ink/ink221.xml"/><Relationship Id="rId334" Type="http://schemas.openxmlformats.org/officeDocument/2006/relationships/image" Target="../media/image299.png"/><Relationship Id="rId4" Type="http://schemas.openxmlformats.org/officeDocument/2006/relationships/customXml" Target="../ink/ink137.xml"/><Relationship Id="rId180" Type="http://schemas.openxmlformats.org/officeDocument/2006/relationships/image" Target="../media/image223.png"/><Relationship Id="rId215" Type="http://schemas.openxmlformats.org/officeDocument/2006/relationships/customXml" Target="../ink/ink244.xml"/><Relationship Id="rId236" Type="http://schemas.openxmlformats.org/officeDocument/2006/relationships/image" Target="../media/image251.png"/><Relationship Id="rId257" Type="http://schemas.openxmlformats.org/officeDocument/2006/relationships/customXml" Target="../ink/ink265.xml"/><Relationship Id="rId278" Type="http://schemas.openxmlformats.org/officeDocument/2006/relationships/image" Target="../media/image272.png"/><Relationship Id="rId303" Type="http://schemas.openxmlformats.org/officeDocument/2006/relationships/customXml" Target="../ink/ink288.xml"/><Relationship Id="rId42" Type="http://schemas.openxmlformats.org/officeDocument/2006/relationships/image" Target="../media/image155.png"/><Relationship Id="rId84" Type="http://schemas.openxmlformats.org/officeDocument/2006/relationships/customXml" Target="../ink/ink178.xml"/><Relationship Id="rId138" Type="http://schemas.openxmlformats.org/officeDocument/2006/relationships/image" Target="../media/image202.png"/><Relationship Id="rId345" Type="http://schemas.openxmlformats.org/officeDocument/2006/relationships/customXml" Target="../ink/ink309.xml"/><Relationship Id="rId191" Type="http://schemas.openxmlformats.org/officeDocument/2006/relationships/customXml" Target="../ink/ink232.xml"/><Relationship Id="rId205" Type="http://schemas.openxmlformats.org/officeDocument/2006/relationships/customXml" Target="../ink/ink239.xml"/><Relationship Id="rId247" Type="http://schemas.openxmlformats.org/officeDocument/2006/relationships/customXml" Target="../ink/ink260.xml"/><Relationship Id="rId107" Type="http://schemas.openxmlformats.org/officeDocument/2006/relationships/customXml" Target="../ink/ink190.xml"/><Relationship Id="rId289" Type="http://schemas.openxmlformats.org/officeDocument/2006/relationships/customXml" Target="../ink/ink281.xml"/><Relationship Id="rId11" Type="http://schemas.openxmlformats.org/officeDocument/2006/relationships/image" Target="../media/image140.png"/><Relationship Id="rId53" Type="http://schemas.openxmlformats.org/officeDocument/2006/relationships/customXml" Target="../ink/ink162.xml"/><Relationship Id="rId149" Type="http://schemas.openxmlformats.org/officeDocument/2006/relationships/customXml" Target="../ink/ink211.xml"/><Relationship Id="rId314" Type="http://schemas.openxmlformats.org/officeDocument/2006/relationships/image" Target="../media/image290.png"/><Relationship Id="rId95" Type="http://schemas.openxmlformats.org/officeDocument/2006/relationships/image" Target="../media/image181.png"/><Relationship Id="rId160" Type="http://schemas.openxmlformats.org/officeDocument/2006/relationships/image" Target="../media/image213.png"/><Relationship Id="rId216" Type="http://schemas.openxmlformats.org/officeDocument/2006/relationships/image" Target="../media/image241.png"/><Relationship Id="rId258" Type="http://schemas.openxmlformats.org/officeDocument/2006/relationships/image" Target="../media/image262.png"/><Relationship Id="rId22" Type="http://schemas.openxmlformats.org/officeDocument/2006/relationships/customXml" Target="../ink/ink146.xml"/><Relationship Id="rId64" Type="http://schemas.openxmlformats.org/officeDocument/2006/relationships/image" Target="../media/image166.png"/><Relationship Id="rId118" Type="http://schemas.openxmlformats.org/officeDocument/2006/relationships/image" Target="../media/image192.png"/><Relationship Id="rId325" Type="http://schemas.openxmlformats.org/officeDocument/2006/relationships/customXml" Target="../ink/ink299.xml"/><Relationship Id="rId171" Type="http://schemas.openxmlformats.org/officeDocument/2006/relationships/customXml" Target="../ink/ink222.xml"/><Relationship Id="rId227" Type="http://schemas.openxmlformats.org/officeDocument/2006/relationships/customXml" Target="../ink/ink250.xml"/><Relationship Id="rId269" Type="http://schemas.openxmlformats.org/officeDocument/2006/relationships/customXml" Target="../ink/ink271.xml"/><Relationship Id="rId33" Type="http://schemas.openxmlformats.org/officeDocument/2006/relationships/image" Target="../media/image151.png"/><Relationship Id="rId129" Type="http://schemas.openxmlformats.org/officeDocument/2006/relationships/customXml" Target="../ink/ink201.xml"/><Relationship Id="rId280" Type="http://schemas.openxmlformats.org/officeDocument/2006/relationships/image" Target="../media/image273.png"/><Relationship Id="rId336" Type="http://schemas.openxmlformats.org/officeDocument/2006/relationships/image" Target="../media/image300.png"/><Relationship Id="rId75" Type="http://schemas.openxmlformats.org/officeDocument/2006/relationships/image" Target="../media/image171.png"/><Relationship Id="rId140" Type="http://schemas.openxmlformats.org/officeDocument/2006/relationships/image" Target="../media/image203.png"/><Relationship Id="rId182" Type="http://schemas.openxmlformats.org/officeDocument/2006/relationships/image" Target="../media/image224.png"/><Relationship Id="rId6" Type="http://schemas.openxmlformats.org/officeDocument/2006/relationships/customXml" Target="../ink/ink138.xml"/><Relationship Id="rId238" Type="http://schemas.openxmlformats.org/officeDocument/2006/relationships/image" Target="../media/image252.png"/><Relationship Id="rId291" Type="http://schemas.openxmlformats.org/officeDocument/2006/relationships/customXml" Target="../ink/ink282.xml"/><Relationship Id="rId305" Type="http://schemas.openxmlformats.org/officeDocument/2006/relationships/customXml" Target="../ink/ink289.xml"/><Relationship Id="rId347" Type="http://schemas.openxmlformats.org/officeDocument/2006/relationships/customXml" Target="../ink/ink310.xml"/><Relationship Id="rId44" Type="http://schemas.openxmlformats.org/officeDocument/2006/relationships/image" Target="../media/image156.png"/><Relationship Id="rId86" Type="http://schemas.openxmlformats.org/officeDocument/2006/relationships/customXml" Target="../ink/ink179.xml"/><Relationship Id="rId151" Type="http://schemas.openxmlformats.org/officeDocument/2006/relationships/customXml" Target="../ink/ink212.xml"/><Relationship Id="rId193" Type="http://schemas.openxmlformats.org/officeDocument/2006/relationships/customXml" Target="../ink/ink233.xml"/><Relationship Id="rId207" Type="http://schemas.openxmlformats.org/officeDocument/2006/relationships/customXml" Target="../ink/ink240.xml"/><Relationship Id="rId249" Type="http://schemas.openxmlformats.org/officeDocument/2006/relationships/customXml" Target="../ink/ink261.xml"/><Relationship Id="rId13" Type="http://schemas.openxmlformats.org/officeDocument/2006/relationships/image" Target="../media/image141.png"/><Relationship Id="rId109" Type="http://schemas.openxmlformats.org/officeDocument/2006/relationships/customXml" Target="../ink/ink191.xml"/><Relationship Id="rId260" Type="http://schemas.openxmlformats.org/officeDocument/2006/relationships/image" Target="../media/image263.png"/><Relationship Id="rId316" Type="http://schemas.openxmlformats.org/officeDocument/2006/relationships/image" Target="../media/image291.png"/><Relationship Id="rId55" Type="http://schemas.openxmlformats.org/officeDocument/2006/relationships/customXml" Target="../ink/ink163.xml"/><Relationship Id="rId97" Type="http://schemas.openxmlformats.org/officeDocument/2006/relationships/image" Target="../media/image182.png"/><Relationship Id="rId120" Type="http://schemas.openxmlformats.org/officeDocument/2006/relationships/image" Target="../media/image193.png"/><Relationship Id="rId162" Type="http://schemas.openxmlformats.org/officeDocument/2006/relationships/image" Target="../media/image214.png"/><Relationship Id="rId218" Type="http://schemas.openxmlformats.org/officeDocument/2006/relationships/image" Target="../media/image242.png"/><Relationship Id="rId271" Type="http://schemas.openxmlformats.org/officeDocument/2006/relationships/customXml" Target="../ink/ink272.xml"/><Relationship Id="rId24" Type="http://schemas.openxmlformats.org/officeDocument/2006/relationships/customXml" Target="../ink/ink147.xml"/><Relationship Id="rId66" Type="http://schemas.openxmlformats.org/officeDocument/2006/relationships/image" Target="../media/image167.png"/><Relationship Id="rId131" Type="http://schemas.openxmlformats.org/officeDocument/2006/relationships/customXml" Target="../ink/ink202.xml"/><Relationship Id="rId327" Type="http://schemas.openxmlformats.org/officeDocument/2006/relationships/customXml" Target="../ink/ink300.xml"/><Relationship Id="rId173" Type="http://schemas.openxmlformats.org/officeDocument/2006/relationships/customXml" Target="../ink/ink223.xml"/><Relationship Id="rId229" Type="http://schemas.openxmlformats.org/officeDocument/2006/relationships/customXml" Target="../ink/ink251.xml"/><Relationship Id="rId240" Type="http://schemas.openxmlformats.org/officeDocument/2006/relationships/image" Target="../media/image253.png"/><Relationship Id="rId35" Type="http://schemas.openxmlformats.org/officeDocument/2006/relationships/image" Target="../media/image152.png"/><Relationship Id="rId77" Type="http://schemas.openxmlformats.org/officeDocument/2006/relationships/image" Target="../media/image172.png"/><Relationship Id="rId100" Type="http://schemas.openxmlformats.org/officeDocument/2006/relationships/customXml" Target="../ink/ink186.xml"/><Relationship Id="rId282" Type="http://schemas.openxmlformats.org/officeDocument/2006/relationships/image" Target="../media/image274.png"/><Relationship Id="rId338" Type="http://schemas.openxmlformats.org/officeDocument/2006/relationships/image" Target="../media/image301.png"/><Relationship Id="rId8" Type="http://schemas.openxmlformats.org/officeDocument/2006/relationships/customXml" Target="../ink/ink139.xml"/><Relationship Id="rId142" Type="http://schemas.openxmlformats.org/officeDocument/2006/relationships/image" Target="../media/image204.png"/><Relationship Id="rId184" Type="http://schemas.openxmlformats.org/officeDocument/2006/relationships/image" Target="../media/image22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5.png"/><Relationship Id="rId21" Type="http://schemas.openxmlformats.org/officeDocument/2006/relationships/image" Target="../media/image318.png"/><Relationship Id="rId42" Type="http://schemas.openxmlformats.org/officeDocument/2006/relationships/customXml" Target="../ink/ink334.xml"/><Relationship Id="rId63" Type="http://schemas.openxmlformats.org/officeDocument/2006/relationships/image" Target="../media/image339.png"/><Relationship Id="rId84" Type="http://schemas.openxmlformats.org/officeDocument/2006/relationships/customXml" Target="../ink/ink355.xml"/><Relationship Id="rId138" Type="http://schemas.openxmlformats.org/officeDocument/2006/relationships/customXml" Target="../ink/ink382.xml"/><Relationship Id="rId159" Type="http://schemas.openxmlformats.org/officeDocument/2006/relationships/customXml" Target="../ink/ink393.xml"/><Relationship Id="rId170" Type="http://schemas.openxmlformats.org/officeDocument/2006/relationships/image" Target="../media/image389.png"/><Relationship Id="rId107" Type="http://schemas.openxmlformats.org/officeDocument/2006/relationships/image" Target="../media/image360.png"/><Relationship Id="rId11" Type="http://schemas.openxmlformats.org/officeDocument/2006/relationships/image" Target="../media/image313.png"/><Relationship Id="rId32" Type="http://schemas.openxmlformats.org/officeDocument/2006/relationships/customXml" Target="../ink/ink329.xml"/><Relationship Id="rId53" Type="http://schemas.openxmlformats.org/officeDocument/2006/relationships/image" Target="../media/image334.png"/><Relationship Id="rId74" Type="http://schemas.openxmlformats.org/officeDocument/2006/relationships/customXml" Target="../ink/ink350.xml"/><Relationship Id="rId128" Type="http://schemas.openxmlformats.org/officeDocument/2006/relationships/customXml" Target="../ink/ink377.xml"/><Relationship Id="rId149" Type="http://schemas.openxmlformats.org/officeDocument/2006/relationships/image" Target="../media/image381.png"/><Relationship Id="rId5" Type="http://schemas.openxmlformats.org/officeDocument/2006/relationships/image" Target="../media/image310.png"/><Relationship Id="rId95" Type="http://schemas.openxmlformats.org/officeDocument/2006/relationships/image" Target="../media/image354.png"/><Relationship Id="rId160" Type="http://schemas.openxmlformats.org/officeDocument/2006/relationships/image" Target="../media/image386.png"/><Relationship Id="rId181" Type="http://schemas.openxmlformats.org/officeDocument/2006/relationships/customXml" Target="../ink/ink405.xml"/><Relationship Id="rId22" Type="http://schemas.openxmlformats.org/officeDocument/2006/relationships/customXml" Target="../ink/ink324.xml"/><Relationship Id="rId43" Type="http://schemas.openxmlformats.org/officeDocument/2006/relationships/image" Target="../media/image329.png"/><Relationship Id="rId64" Type="http://schemas.openxmlformats.org/officeDocument/2006/relationships/customXml" Target="../ink/ink345.xml"/><Relationship Id="rId118" Type="http://schemas.openxmlformats.org/officeDocument/2006/relationships/customXml" Target="../ink/ink372.xml"/><Relationship Id="rId139" Type="http://schemas.openxmlformats.org/officeDocument/2006/relationships/image" Target="../media/image376.png"/><Relationship Id="rId85" Type="http://schemas.openxmlformats.org/officeDocument/2006/relationships/image" Target="../media/image350.png"/><Relationship Id="rId150" Type="http://schemas.openxmlformats.org/officeDocument/2006/relationships/customXml" Target="../ink/ink388.xml"/><Relationship Id="rId171" Type="http://schemas.openxmlformats.org/officeDocument/2006/relationships/customXml" Target="../ink/ink400.xml"/><Relationship Id="rId12" Type="http://schemas.openxmlformats.org/officeDocument/2006/relationships/customXml" Target="../ink/ink319.xml"/><Relationship Id="rId33" Type="http://schemas.openxmlformats.org/officeDocument/2006/relationships/image" Target="../media/image324.png"/><Relationship Id="rId108" Type="http://schemas.openxmlformats.org/officeDocument/2006/relationships/customXml" Target="../ink/ink367.xml"/><Relationship Id="rId129" Type="http://schemas.openxmlformats.org/officeDocument/2006/relationships/image" Target="../media/image371.png"/><Relationship Id="rId54" Type="http://schemas.openxmlformats.org/officeDocument/2006/relationships/customXml" Target="../ink/ink340.xml"/><Relationship Id="rId75" Type="http://schemas.openxmlformats.org/officeDocument/2006/relationships/image" Target="../media/image345.png"/><Relationship Id="rId96" Type="http://schemas.openxmlformats.org/officeDocument/2006/relationships/customXml" Target="../ink/ink361.xml"/><Relationship Id="rId140" Type="http://schemas.openxmlformats.org/officeDocument/2006/relationships/customXml" Target="../ink/ink383.xml"/><Relationship Id="rId161" Type="http://schemas.openxmlformats.org/officeDocument/2006/relationships/customXml" Target="../ink/ink394.xml"/><Relationship Id="rId182" Type="http://schemas.openxmlformats.org/officeDocument/2006/relationships/image" Target="../media/image395.png"/><Relationship Id="rId6" Type="http://schemas.openxmlformats.org/officeDocument/2006/relationships/customXml" Target="../ink/ink316.xml"/><Relationship Id="rId23" Type="http://schemas.openxmlformats.org/officeDocument/2006/relationships/image" Target="../media/image319.png"/><Relationship Id="rId119" Type="http://schemas.openxmlformats.org/officeDocument/2006/relationships/image" Target="../media/image366.png"/><Relationship Id="rId44" Type="http://schemas.openxmlformats.org/officeDocument/2006/relationships/customXml" Target="../ink/ink335.xml"/><Relationship Id="rId65" Type="http://schemas.openxmlformats.org/officeDocument/2006/relationships/image" Target="../media/image340.png"/><Relationship Id="rId86" Type="http://schemas.openxmlformats.org/officeDocument/2006/relationships/customXml" Target="../ink/ink356.xml"/><Relationship Id="rId130" Type="http://schemas.openxmlformats.org/officeDocument/2006/relationships/customXml" Target="../ink/ink378.xml"/><Relationship Id="rId151" Type="http://schemas.openxmlformats.org/officeDocument/2006/relationships/image" Target="../media/image382.png"/><Relationship Id="rId172" Type="http://schemas.openxmlformats.org/officeDocument/2006/relationships/image" Target="../media/image390.png"/><Relationship Id="rId13" Type="http://schemas.openxmlformats.org/officeDocument/2006/relationships/image" Target="../media/image314.png"/><Relationship Id="rId18" Type="http://schemas.openxmlformats.org/officeDocument/2006/relationships/customXml" Target="../ink/ink322.xml"/><Relationship Id="rId39" Type="http://schemas.openxmlformats.org/officeDocument/2006/relationships/image" Target="../media/image327.png"/><Relationship Id="rId109" Type="http://schemas.openxmlformats.org/officeDocument/2006/relationships/image" Target="../media/image361.png"/><Relationship Id="rId34" Type="http://schemas.openxmlformats.org/officeDocument/2006/relationships/customXml" Target="../ink/ink330.xml"/><Relationship Id="rId50" Type="http://schemas.openxmlformats.org/officeDocument/2006/relationships/customXml" Target="../ink/ink338.xml"/><Relationship Id="rId55" Type="http://schemas.openxmlformats.org/officeDocument/2006/relationships/image" Target="../media/image335.png"/><Relationship Id="rId76" Type="http://schemas.openxmlformats.org/officeDocument/2006/relationships/customXml" Target="../ink/ink351.xml"/><Relationship Id="rId97" Type="http://schemas.openxmlformats.org/officeDocument/2006/relationships/image" Target="../media/image355.png"/><Relationship Id="rId104" Type="http://schemas.openxmlformats.org/officeDocument/2006/relationships/customXml" Target="../ink/ink365.xml"/><Relationship Id="rId120" Type="http://schemas.openxmlformats.org/officeDocument/2006/relationships/customXml" Target="../ink/ink373.xml"/><Relationship Id="rId125" Type="http://schemas.openxmlformats.org/officeDocument/2006/relationships/image" Target="../media/image369.png"/><Relationship Id="rId141" Type="http://schemas.openxmlformats.org/officeDocument/2006/relationships/image" Target="../media/image377.png"/><Relationship Id="rId146" Type="http://schemas.openxmlformats.org/officeDocument/2006/relationships/customXml" Target="../ink/ink386.xml"/><Relationship Id="rId167" Type="http://schemas.openxmlformats.org/officeDocument/2006/relationships/customXml" Target="../ink/ink398.xml"/><Relationship Id="rId7" Type="http://schemas.openxmlformats.org/officeDocument/2006/relationships/image" Target="../media/image311.png"/><Relationship Id="rId71" Type="http://schemas.openxmlformats.org/officeDocument/2006/relationships/image" Target="../media/image343.png"/><Relationship Id="rId92" Type="http://schemas.openxmlformats.org/officeDocument/2006/relationships/customXml" Target="../ink/ink359.xml"/><Relationship Id="rId162" Type="http://schemas.openxmlformats.org/officeDocument/2006/relationships/customXml" Target="../ink/ink395.xml"/><Relationship Id="rId183" Type="http://schemas.openxmlformats.org/officeDocument/2006/relationships/customXml" Target="../ink/ink406.xml"/><Relationship Id="rId2" Type="http://schemas.openxmlformats.org/officeDocument/2006/relationships/customXml" Target="../ink/ink314.xml"/><Relationship Id="rId29" Type="http://schemas.openxmlformats.org/officeDocument/2006/relationships/image" Target="../media/image322.png"/><Relationship Id="rId24" Type="http://schemas.openxmlformats.org/officeDocument/2006/relationships/customXml" Target="../ink/ink325.xml"/><Relationship Id="rId40" Type="http://schemas.openxmlformats.org/officeDocument/2006/relationships/customXml" Target="../ink/ink333.xml"/><Relationship Id="rId45" Type="http://schemas.openxmlformats.org/officeDocument/2006/relationships/image" Target="../media/image330.png"/><Relationship Id="rId66" Type="http://schemas.openxmlformats.org/officeDocument/2006/relationships/customXml" Target="../ink/ink346.xml"/><Relationship Id="rId87" Type="http://schemas.openxmlformats.org/officeDocument/2006/relationships/image" Target="../media/image159.png"/><Relationship Id="rId110" Type="http://schemas.openxmlformats.org/officeDocument/2006/relationships/customXml" Target="../ink/ink368.xml"/><Relationship Id="rId115" Type="http://schemas.openxmlformats.org/officeDocument/2006/relationships/image" Target="../media/image364.png"/><Relationship Id="rId131" Type="http://schemas.openxmlformats.org/officeDocument/2006/relationships/image" Target="../media/image372.png"/><Relationship Id="rId136" Type="http://schemas.openxmlformats.org/officeDocument/2006/relationships/customXml" Target="../ink/ink381.xml"/><Relationship Id="rId157" Type="http://schemas.openxmlformats.org/officeDocument/2006/relationships/customXml" Target="../ink/ink392.xml"/><Relationship Id="rId178" Type="http://schemas.openxmlformats.org/officeDocument/2006/relationships/image" Target="../media/image393.png"/><Relationship Id="rId61" Type="http://schemas.openxmlformats.org/officeDocument/2006/relationships/image" Target="../media/image338.png"/><Relationship Id="rId82" Type="http://schemas.openxmlformats.org/officeDocument/2006/relationships/customXml" Target="../ink/ink354.xml"/><Relationship Id="rId152" Type="http://schemas.openxmlformats.org/officeDocument/2006/relationships/customXml" Target="../ink/ink389.xml"/><Relationship Id="rId173" Type="http://schemas.openxmlformats.org/officeDocument/2006/relationships/customXml" Target="../ink/ink401.xml"/><Relationship Id="rId19" Type="http://schemas.openxmlformats.org/officeDocument/2006/relationships/image" Target="../media/image317.png"/><Relationship Id="rId14" Type="http://schemas.openxmlformats.org/officeDocument/2006/relationships/customXml" Target="../ink/ink320.xml"/><Relationship Id="rId30" Type="http://schemas.openxmlformats.org/officeDocument/2006/relationships/customXml" Target="../ink/ink328.xml"/><Relationship Id="rId35" Type="http://schemas.openxmlformats.org/officeDocument/2006/relationships/image" Target="../media/image325.png"/><Relationship Id="rId56" Type="http://schemas.openxmlformats.org/officeDocument/2006/relationships/customXml" Target="../ink/ink341.xml"/><Relationship Id="rId77" Type="http://schemas.openxmlformats.org/officeDocument/2006/relationships/image" Target="../media/image346.png"/><Relationship Id="rId100" Type="http://schemas.openxmlformats.org/officeDocument/2006/relationships/customXml" Target="../ink/ink363.xml"/><Relationship Id="rId105" Type="http://schemas.openxmlformats.org/officeDocument/2006/relationships/image" Target="../media/image359.png"/><Relationship Id="rId126" Type="http://schemas.openxmlformats.org/officeDocument/2006/relationships/customXml" Target="../ink/ink376.xml"/><Relationship Id="rId147" Type="http://schemas.openxmlformats.org/officeDocument/2006/relationships/image" Target="../media/image380.png"/><Relationship Id="rId168" Type="http://schemas.openxmlformats.org/officeDocument/2006/relationships/image" Target="../media/image70.png"/><Relationship Id="rId8" Type="http://schemas.openxmlformats.org/officeDocument/2006/relationships/customXml" Target="../ink/ink317.xml"/><Relationship Id="rId51" Type="http://schemas.openxmlformats.org/officeDocument/2006/relationships/image" Target="../media/image333.png"/><Relationship Id="rId72" Type="http://schemas.openxmlformats.org/officeDocument/2006/relationships/customXml" Target="../ink/ink349.xml"/><Relationship Id="rId93" Type="http://schemas.openxmlformats.org/officeDocument/2006/relationships/image" Target="../media/image353.png"/><Relationship Id="rId98" Type="http://schemas.openxmlformats.org/officeDocument/2006/relationships/customXml" Target="../ink/ink362.xml"/><Relationship Id="rId121" Type="http://schemas.openxmlformats.org/officeDocument/2006/relationships/image" Target="../media/image367.png"/><Relationship Id="rId142" Type="http://schemas.openxmlformats.org/officeDocument/2006/relationships/customXml" Target="../ink/ink384.xml"/><Relationship Id="rId163" Type="http://schemas.openxmlformats.org/officeDocument/2006/relationships/image" Target="../media/image387.png"/><Relationship Id="rId184" Type="http://schemas.openxmlformats.org/officeDocument/2006/relationships/image" Target="../media/image396.png"/><Relationship Id="rId3" Type="http://schemas.openxmlformats.org/officeDocument/2006/relationships/image" Target="../media/image136.png"/><Relationship Id="rId25" Type="http://schemas.openxmlformats.org/officeDocument/2006/relationships/image" Target="../media/image320.png"/><Relationship Id="rId46" Type="http://schemas.openxmlformats.org/officeDocument/2006/relationships/customXml" Target="../ink/ink336.xml"/><Relationship Id="rId67" Type="http://schemas.openxmlformats.org/officeDocument/2006/relationships/image" Target="../media/image341.png"/><Relationship Id="rId116" Type="http://schemas.openxmlformats.org/officeDocument/2006/relationships/customXml" Target="../ink/ink371.xml"/><Relationship Id="rId137" Type="http://schemas.openxmlformats.org/officeDocument/2006/relationships/image" Target="../media/image375.png"/><Relationship Id="rId158" Type="http://schemas.openxmlformats.org/officeDocument/2006/relationships/image" Target="../media/image385.png"/><Relationship Id="rId20" Type="http://schemas.openxmlformats.org/officeDocument/2006/relationships/customXml" Target="../ink/ink323.xml"/><Relationship Id="rId41" Type="http://schemas.openxmlformats.org/officeDocument/2006/relationships/image" Target="../media/image328.png"/><Relationship Id="rId62" Type="http://schemas.openxmlformats.org/officeDocument/2006/relationships/customXml" Target="../ink/ink344.xml"/><Relationship Id="rId83" Type="http://schemas.openxmlformats.org/officeDocument/2006/relationships/image" Target="../media/image349.png"/><Relationship Id="rId88" Type="http://schemas.openxmlformats.org/officeDocument/2006/relationships/customXml" Target="../ink/ink357.xml"/><Relationship Id="rId111" Type="http://schemas.openxmlformats.org/officeDocument/2006/relationships/image" Target="../media/image362.png"/><Relationship Id="rId132" Type="http://schemas.openxmlformats.org/officeDocument/2006/relationships/customXml" Target="../ink/ink379.xml"/><Relationship Id="rId153" Type="http://schemas.openxmlformats.org/officeDocument/2006/relationships/image" Target="../media/image383.png"/><Relationship Id="rId174" Type="http://schemas.openxmlformats.org/officeDocument/2006/relationships/image" Target="../media/image391.png"/><Relationship Id="rId179" Type="http://schemas.openxmlformats.org/officeDocument/2006/relationships/customXml" Target="../ink/ink404.xml"/><Relationship Id="rId15" Type="http://schemas.openxmlformats.org/officeDocument/2006/relationships/image" Target="../media/image315.png"/><Relationship Id="rId36" Type="http://schemas.openxmlformats.org/officeDocument/2006/relationships/customXml" Target="../ink/ink331.xml"/><Relationship Id="rId57" Type="http://schemas.openxmlformats.org/officeDocument/2006/relationships/image" Target="../media/image336.png"/><Relationship Id="rId106" Type="http://schemas.openxmlformats.org/officeDocument/2006/relationships/customXml" Target="../ink/ink366.xml"/><Relationship Id="rId127" Type="http://schemas.openxmlformats.org/officeDocument/2006/relationships/image" Target="../media/image370.png"/><Relationship Id="rId10" Type="http://schemas.openxmlformats.org/officeDocument/2006/relationships/customXml" Target="../ink/ink318.xml"/><Relationship Id="rId31" Type="http://schemas.openxmlformats.org/officeDocument/2006/relationships/image" Target="../media/image323.png"/><Relationship Id="rId52" Type="http://schemas.openxmlformats.org/officeDocument/2006/relationships/customXml" Target="../ink/ink339.xml"/><Relationship Id="rId73" Type="http://schemas.openxmlformats.org/officeDocument/2006/relationships/image" Target="../media/image344.png"/><Relationship Id="rId78" Type="http://schemas.openxmlformats.org/officeDocument/2006/relationships/customXml" Target="../ink/ink352.xml"/><Relationship Id="rId94" Type="http://schemas.openxmlformats.org/officeDocument/2006/relationships/customXml" Target="../ink/ink360.xml"/><Relationship Id="rId99" Type="http://schemas.openxmlformats.org/officeDocument/2006/relationships/image" Target="../media/image356.png"/><Relationship Id="rId101" Type="http://schemas.openxmlformats.org/officeDocument/2006/relationships/image" Target="../media/image357.png"/><Relationship Id="rId122" Type="http://schemas.openxmlformats.org/officeDocument/2006/relationships/customXml" Target="../ink/ink374.xml"/><Relationship Id="rId143" Type="http://schemas.openxmlformats.org/officeDocument/2006/relationships/image" Target="../media/image378.png"/><Relationship Id="rId148" Type="http://schemas.openxmlformats.org/officeDocument/2006/relationships/customXml" Target="../ink/ink387.xml"/><Relationship Id="rId164" Type="http://schemas.openxmlformats.org/officeDocument/2006/relationships/customXml" Target="../ink/ink396.xml"/><Relationship Id="rId169" Type="http://schemas.openxmlformats.org/officeDocument/2006/relationships/customXml" Target="../ink/ink399.xml"/><Relationship Id="rId185" Type="http://schemas.openxmlformats.org/officeDocument/2006/relationships/customXml" Target="../ink/ink407.xml"/><Relationship Id="rId4" Type="http://schemas.openxmlformats.org/officeDocument/2006/relationships/customXml" Target="../ink/ink315.xml"/><Relationship Id="rId9" Type="http://schemas.openxmlformats.org/officeDocument/2006/relationships/image" Target="../media/image312.png"/><Relationship Id="rId180" Type="http://schemas.openxmlformats.org/officeDocument/2006/relationships/image" Target="../media/image394.png"/><Relationship Id="rId26" Type="http://schemas.openxmlformats.org/officeDocument/2006/relationships/customXml" Target="../ink/ink326.xml"/><Relationship Id="rId47" Type="http://schemas.openxmlformats.org/officeDocument/2006/relationships/image" Target="../media/image331.png"/><Relationship Id="rId68" Type="http://schemas.openxmlformats.org/officeDocument/2006/relationships/customXml" Target="../ink/ink347.xml"/><Relationship Id="rId89" Type="http://schemas.openxmlformats.org/officeDocument/2006/relationships/image" Target="../media/image351.png"/><Relationship Id="rId112" Type="http://schemas.openxmlformats.org/officeDocument/2006/relationships/customXml" Target="../ink/ink369.xml"/><Relationship Id="rId133" Type="http://schemas.openxmlformats.org/officeDocument/2006/relationships/image" Target="../media/image373.png"/><Relationship Id="rId154" Type="http://schemas.openxmlformats.org/officeDocument/2006/relationships/customXml" Target="../ink/ink390.xml"/><Relationship Id="rId175" Type="http://schemas.openxmlformats.org/officeDocument/2006/relationships/customXml" Target="../ink/ink402.xml"/><Relationship Id="rId16" Type="http://schemas.openxmlformats.org/officeDocument/2006/relationships/customXml" Target="../ink/ink321.xml"/><Relationship Id="rId37" Type="http://schemas.openxmlformats.org/officeDocument/2006/relationships/image" Target="../media/image326.png"/><Relationship Id="rId58" Type="http://schemas.openxmlformats.org/officeDocument/2006/relationships/customXml" Target="../ink/ink342.xml"/><Relationship Id="rId79" Type="http://schemas.openxmlformats.org/officeDocument/2006/relationships/image" Target="../media/image347.png"/><Relationship Id="rId102" Type="http://schemas.openxmlformats.org/officeDocument/2006/relationships/customXml" Target="../ink/ink364.xml"/><Relationship Id="rId123" Type="http://schemas.openxmlformats.org/officeDocument/2006/relationships/image" Target="../media/image368.png"/><Relationship Id="rId144" Type="http://schemas.openxmlformats.org/officeDocument/2006/relationships/customXml" Target="../ink/ink385.xml"/><Relationship Id="rId90" Type="http://schemas.openxmlformats.org/officeDocument/2006/relationships/customXml" Target="../ink/ink358.xml"/><Relationship Id="rId165" Type="http://schemas.openxmlformats.org/officeDocument/2006/relationships/customXml" Target="../ink/ink397.xml"/><Relationship Id="rId186" Type="http://schemas.openxmlformats.org/officeDocument/2006/relationships/image" Target="../media/image397.png"/><Relationship Id="rId27" Type="http://schemas.openxmlformats.org/officeDocument/2006/relationships/image" Target="../media/image321.png"/><Relationship Id="rId48" Type="http://schemas.openxmlformats.org/officeDocument/2006/relationships/customXml" Target="../ink/ink337.xml"/><Relationship Id="rId69" Type="http://schemas.openxmlformats.org/officeDocument/2006/relationships/image" Target="../media/image342.png"/><Relationship Id="rId113" Type="http://schemas.openxmlformats.org/officeDocument/2006/relationships/image" Target="../media/image363.png"/><Relationship Id="rId134" Type="http://schemas.openxmlformats.org/officeDocument/2006/relationships/customXml" Target="../ink/ink380.xml"/><Relationship Id="rId80" Type="http://schemas.openxmlformats.org/officeDocument/2006/relationships/customXml" Target="../ink/ink353.xml"/><Relationship Id="rId155" Type="http://schemas.openxmlformats.org/officeDocument/2006/relationships/image" Target="../media/image384.png"/><Relationship Id="rId176" Type="http://schemas.openxmlformats.org/officeDocument/2006/relationships/image" Target="../media/image392.png"/><Relationship Id="rId17" Type="http://schemas.openxmlformats.org/officeDocument/2006/relationships/image" Target="../media/image316.png"/><Relationship Id="rId38" Type="http://schemas.openxmlformats.org/officeDocument/2006/relationships/customXml" Target="../ink/ink332.xml"/><Relationship Id="rId59" Type="http://schemas.openxmlformats.org/officeDocument/2006/relationships/image" Target="../media/image337.png"/><Relationship Id="rId103" Type="http://schemas.openxmlformats.org/officeDocument/2006/relationships/image" Target="../media/image358.png"/><Relationship Id="rId124" Type="http://schemas.openxmlformats.org/officeDocument/2006/relationships/customXml" Target="../ink/ink375.xml"/><Relationship Id="rId70" Type="http://schemas.openxmlformats.org/officeDocument/2006/relationships/customXml" Target="../ink/ink348.xml"/><Relationship Id="rId91" Type="http://schemas.openxmlformats.org/officeDocument/2006/relationships/image" Target="../media/image352.png"/><Relationship Id="rId145" Type="http://schemas.openxmlformats.org/officeDocument/2006/relationships/image" Target="../media/image379.png"/><Relationship Id="rId166" Type="http://schemas.openxmlformats.org/officeDocument/2006/relationships/image" Target="../media/image38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27.xml"/><Relationship Id="rId49" Type="http://schemas.openxmlformats.org/officeDocument/2006/relationships/image" Target="../media/image332.png"/><Relationship Id="rId114" Type="http://schemas.openxmlformats.org/officeDocument/2006/relationships/customXml" Target="../ink/ink370.xml"/><Relationship Id="rId60" Type="http://schemas.openxmlformats.org/officeDocument/2006/relationships/customXml" Target="../ink/ink343.xml"/><Relationship Id="rId81" Type="http://schemas.openxmlformats.org/officeDocument/2006/relationships/image" Target="../media/image348.png"/><Relationship Id="rId135" Type="http://schemas.openxmlformats.org/officeDocument/2006/relationships/image" Target="../media/image374.png"/><Relationship Id="rId156" Type="http://schemas.openxmlformats.org/officeDocument/2006/relationships/customXml" Target="../ink/ink391.xml"/><Relationship Id="rId177" Type="http://schemas.openxmlformats.org/officeDocument/2006/relationships/customXml" Target="../ink/ink40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4.png"/><Relationship Id="rId299" Type="http://schemas.openxmlformats.org/officeDocument/2006/relationships/image" Target="../media/image544.png"/><Relationship Id="rId21" Type="http://schemas.openxmlformats.org/officeDocument/2006/relationships/image" Target="../media/image407.png"/><Relationship Id="rId63" Type="http://schemas.openxmlformats.org/officeDocument/2006/relationships/image" Target="../media/image428.png"/><Relationship Id="rId159" Type="http://schemas.openxmlformats.org/officeDocument/2006/relationships/image" Target="../media/image475.png"/><Relationship Id="rId324" Type="http://schemas.openxmlformats.org/officeDocument/2006/relationships/customXml" Target="../ink/ink569.xml"/><Relationship Id="rId170" Type="http://schemas.openxmlformats.org/officeDocument/2006/relationships/customXml" Target="../ink/ink492.xml"/><Relationship Id="rId226" Type="http://schemas.openxmlformats.org/officeDocument/2006/relationships/customXml" Target="../ink/ink520.xml"/><Relationship Id="rId268" Type="http://schemas.openxmlformats.org/officeDocument/2006/relationships/customXml" Target="../ink/ink541.xml"/><Relationship Id="rId32" Type="http://schemas.openxmlformats.org/officeDocument/2006/relationships/customXml" Target="../ink/ink423.xml"/><Relationship Id="rId74" Type="http://schemas.openxmlformats.org/officeDocument/2006/relationships/customXml" Target="../ink/ink444.xml"/><Relationship Id="rId128" Type="http://schemas.openxmlformats.org/officeDocument/2006/relationships/customXml" Target="../ink/ink471.xml"/><Relationship Id="rId335" Type="http://schemas.openxmlformats.org/officeDocument/2006/relationships/image" Target="../media/image562.png"/><Relationship Id="rId5" Type="http://schemas.openxmlformats.org/officeDocument/2006/relationships/image" Target="../media/image399.png"/><Relationship Id="rId181" Type="http://schemas.openxmlformats.org/officeDocument/2006/relationships/image" Target="../media/image486.png"/><Relationship Id="rId237" Type="http://schemas.openxmlformats.org/officeDocument/2006/relationships/image" Target="../media/image514.png"/><Relationship Id="rId279" Type="http://schemas.openxmlformats.org/officeDocument/2006/relationships/image" Target="../media/image534.png"/><Relationship Id="rId43" Type="http://schemas.openxmlformats.org/officeDocument/2006/relationships/image" Target="../media/image418.png"/><Relationship Id="rId139" Type="http://schemas.openxmlformats.org/officeDocument/2006/relationships/image" Target="../media/image465.png"/><Relationship Id="rId290" Type="http://schemas.openxmlformats.org/officeDocument/2006/relationships/customXml" Target="../ink/ink552.xml"/><Relationship Id="rId304" Type="http://schemas.openxmlformats.org/officeDocument/2006/relationships/customXml" Target="../ink/ink559.xml"/><Relationship Id="rId346" Type="http://schemas.openxmlformats.org/officeDocument/2006/relationships/customXml" Target="../ink/ink580.xml"/><Relationship Id="rId85" Type="http://schemas.openxmlformats.org/officeDocument/2006/relationships/image" Target="../media/image439.png"/><Relationship Id="rId150" Type="http://schemas.openxmlformats.org/officeDocument/2006/relationships/customXml" Target="../ink/ink482.xml"/><Relationship Id="rId192" Type="http://schemas.openxmlformats.org/officeDocument/2006/relationships/customXml" Target="../ink/ink503.xml"/><Relationship Id="rId206" Type="http://schemas.openxmlformats.org/officeDocument/2006/relationships/customXml" Target="../ink/ink510.xml"/><Relationship Id="rId248" Type="http://schemas.openxmlformats.org/officeDocument/2006/relationships/customXml" Target="../ink/ink531.xml"/><Relationship Id="rId12" Type="http://schemas.openxmlformats.org/officeDocument/2006/relationships/customXml" Target="../ink/ink413.xml"/><Relationship Id="rId108" Type="http://schemas.openxmlformats.org/officeDocument/2006/relationships/customXml" Target="../ink/ink461.xml"/><Relationship Id="rId315" Type="http://schemas.openxmlformats.org/officeDocument/2006/relationships/image" Target="../media/image552.png"/><Relationship Id="rId54" Type="http://schemas.openxmlformats.org/officeDocument/2006/relationships/customXml" Target="../ink/ink434.xml"/><Relationship Id="rId96" Type="http://schemas.openxmlformats.org/officeDocument/2006/relationships/customXml" Target="../ink/ink455.xml"/><Relationship Id="rId161" Type="http://schemas.openxmlformats.org/officeDocument/2006/relationships/image" Target="../media/image476.png"/><Relationship Id="rId217" Type="http://schemas.openxmlformats.org/officeDocument/2006/relationships/image" Target="../media/image504.png"/><Relationship Id="rId259" Type="http://schemas.openxmlformats.org/officeDocument/2006/relationships/image" Target="../media/image525.png"/><Relationship Id="rId23" Type="http://schemas.openxmlformats.org/officeDocument/2006/relationships/image" Target="../media/image408.png"/><Relationship Id="rId119" Type="http://schemas.openxmlformats.org/officeDocument/2006/relationships/image" Target="../media/image455.png"/><Relationship Id="rId270" Type="http://schemas.openxmlformats.org/officeDocument/2006/relationships/customXml" Target="../ink/ink542.xml"/><Relationship Id="rId326" Type="http://schemas.openxmlformats.org/officeDocument/2006/relationships/customXml" Target="../ink/ink570.xml"/><Relationship Id="rId65" Type="http://schemas.openxmlformats.org/officeDocument/2006/relationships/image" Target="../media/image429.png"/><Relationship Id="rId130" Type="http://schemas.openxmlformats.org/officeDocument/2006/relationships/customXml" Target="../ink/ink472.xml"/><Relationship Id="rId172" Type="http://schemas.openxmlformats.org/officeDocument/2006/relationships/customXml" Target="../ink/ink493.xml"/><Relationship Id="rId228" Type="http://schemas.openxmlformats.org/officeDocument/2006/relationships/customXml" Target="../ink/ink521.xml"/><Relationship Id="rId281" Type="http://schemas.openxmlformats.org/officeDocument/2006/relationships/image" Target="../media/image535.png"/><Relationship Id="rId337" Type="http://schemas.openxmlformats.org/officeDocument/2006/relationships/image" Target="../media/image563.png"/><Relationship Id="rId34" Type="http://schemas.openxmlformats.org/officeDocument/2006/relationships/customXml" Target="../ink/ink424.xml"/><Relationship Id="rId76" Type="http://schemas.openxmlformats.org/officeDocument/2006/relationships/customXml" Target="../ink/ink445.xml"/><Relationship Id="rId141" Type="http://schemas.openxmlformats.org/officeDocument/2006/relationships/image" Target="../media/image466.png"/><Relationship Id="rId7" Type="http://schemas.openxmlformats.org/officeDocument/2006/relationships/image" Target="../media/image400.png"/><Relationship Id="rId183" Type="http://schemas.openxmlformats.org/officeDocument/2006/relationships/image" Target="../media/image487.png"/><Relationship Id="rId239" Type="http://schemas.openxmlformats.org/officeDocument/2006/relationships/image" Target="../media/image515.png"/><Relationship Id="rId250" Type="http://schemas.openxmlformats.org/officeDocument/2006/relationships/customXml" Target="../ink/ink532.xml"/><Relationship Id="rId292" Type="http://schemas.openxmlformats.org/officeDocument/2006/relationships/customXml" Target="../ink/ink553.xml"/><Relationship Id="rId306" Type="http://schemas.openxmlformats.org/officeDocument/2006/relationships/customXml" Target="../ink/ink560.xml"/><Relationship Id="rId45" Type="http://schemas.openxmlformats.org/officeDocument/2006/relationships/image" Target="../media/image419.png"/><Relationship Id="rId87" Type="http://schemas.openxmlformats.org/officeDocument/2006/relationships/image" Target="../media/image440.png"/><Relationship Id="rId110" Type="http://schemas.openxmlformats.org/officeDocument/2006/relationships/customXml" Target="../ink/ink462.xml"/><Relationship Id="rId348" Type="http://schemas.openxmlformats.org/officeDocument/2006/relationships/customXml" Target="../ink/ink581.xml"/><Relationship Id="rId152" Type="http://schemas.openxmlformats.org/officeDocument/2006/relationships/customXml" Target="../ink/ink483.xml"/><Relationship Id="rId194" Type="http://schemas.openxmlformats.org/officeDocument/2006/relationships/customXml" Target="../ink/ink504.xml"/><Relationship Id="rId208" Type="http://schemas.openxmlformats.org/officeDocument/2006/relationships/customXml" Target="../ink/ink511.xml"/><Relationship Id="rId261" Type="http://schemas.openxmlformats.org/officeDocument/2006/relationships/image" Target="../media/image526.png"/><Relationship Id="rId14" Type="http://schemas.openxmlformats.org/officeDocument/2006/relationships/customXml" Target="../ink/ink414.xml"/><Relationship Id="rId56" Type="http://schemas.openxmlformats.org/officeDocument/2006/relationships/customXml" Target="../ink/ink435.xml"/><Relationship Id="rId317" Type="http://schemas.openxmlformats.org/officeDocument/2006/relationships/image" Target="../media/image553.png"/><Relationship Id="rId98" Type="http://schemas.openxmlformats.org/officeDocument/2006/relationships/customXml" Target="../ink/ink456.xml"/><Relationship Id="rId121" Type="http://schemas.openxmlformats.org/officeDocument/2006/relationships/image" Target="../media/image456.png"/><Relationship Id="rId163" Type="http://schemas.openxmlformats.org/officeDocument/2006/relationships/image" Target="../media/image477.png"/><Relationship Id="rId219" Type="http://schemas.openxmlformats.org/officeDocument/2006/relationships/image" Target="../media/image505.png"/><Relationship Id="rId230" Type="http://schemas.openxmlformats.org/officeDocument/2006/relationships/customXml" Target="../ink/ink522.xml"/><Relationship Id="rId251" Type="http://schemas.openxmlformats.org/officeDocument/2006/relationships/image" Target="../media/image521.png"/><Relationship Id="rId25" Type="http://schemas.openxmlformats.org/officeDocument/2006/relationships/image" Target="../media/image409.png"/><Relationship Id="rId46" Type="http://schemas.openxmlformats.org/officeDocument/2006/relationships/customXml" Target="../ink/ink430.xml"/><Relationship Id="rId67" Type="http://schemas.openxmlformats.org/officeDocument/2006/relationships/image" Target="../media/image430.png"/><Relationship Id="rId272" Type="http://schemas.openxmlformats.org/officeDocument/2006/relationships/customXml" Target="../ink/ink543.xml"/><Relationship Id="rId293" Type="http://schemas.openxmlformats.org/officeDocument/2006/relationships/image" Target="../media/image541.png"/><Relationship Id="rId307" Type="http://schemas.openxmlformats.org/officeDocument/2006/relationships/image" Target="../media/image548.png"/><Relationship Id="rId328" Type="http://schemas.openxmlformats.org/officeDocument/2006/relationships/customXml" Target="../ink/ink571.xml"/><Relationship Id="rId349" Type="http://schemas.openxmlformats.org/officeDocument/2006/relationships/image" Target="../media/image569.png"/><Relationship Id="rId88" Type="http://schemas.openxmlformats.org/officeDocument/2006/relationships/customXml" Target="../ink/ink451.xml"/><Relationship Id="rId111" Type="http://schemas.openxmlformats.org/officeDocument/2006/relationships/image" Target="../media/image136.png"/><Relationship Id="rId132" Type="http://schemas.openxmlformats.org/officeDocument/2006/relationships/customXml" Target="../ink/ink473.xml"/><Relationship Id="rId153" Type="http://schemas.openxmlformats.org/officeDocument/2006/relationships/image" Target="../media/image472.png"/><Relationship Id="rId174" Type="http://schemas.openxmlformats.org/officeDocument/2006/relationships/customXml" Target="../ink/ink494.xml"/><Relationship Id="rId195" Type="http://schemas.openxmlformats.org/officeDocument/2006/relationships/image" Target="../media/image493.png"/><Relationship Id="rId209" Type="http://schemas.openxmlformats.org/officeDocument/2006/relationships/image" Target="../media/image500.png"/><Relationship Id="rId220" Type="http://schemas.openxmlformats.org/officeDocument/2006/relationships/customXml" Target="../ink/ink517.xml"/><Relationship Id="rId241" Type="http://schemas.openxmlformats.org/officeDocument/2006/relationships/image" Target="../media/image516.png"/><Relationship Id="rId15" Type="http://schemas.openxmlformats.org/officeDocument/2006/relationships/image" Target="../media/image404.png"/><Relationship Id="rId36" Type="http://schemas.openxmlformats.org/officeDocument/2006/relationships/customXml" Target="../ink/ink425.xml"/><Relationship Id="rId57" Type="http://schemas.openxmlformats.org/officeDocument/2006/relationships/image" Target="../media/image425.png"/><Relationship Id="rId262" Type="http://schemas.openxmlformats.org/officeDocument/2006/relationships/customXml" Target="../ink/ink538.xml"/><Relationship Id="rId283" Type="http://schemas.openxmlformats.org/officeDocument/2006/relationships/image" Target="../media/image536.png"/><Relationship Id="rId318" Type="http://schemas.openxmlformats.org/officeDocument/2006/relationships/customXml" Target="../ink/ink566.xml"/><Relationship Id="rId339" Type="http://schemas.openxmlformats.org/officeDocument/2006/relationships/image" Target="../media/image564.png"/><Relationship Id="rId78" Type="http://schemas.openxmlformats.org/officeDocument/2006/relationships/customXml" Target="../ink/ink446.xml"/><Relationship Id="rId99" Type="http://schemas.openxmlformats.org/officeDocument/2006/relationships/image" Target="../media/image446.png"/><Relationship Id="rId101" Type="http://schemas.openxmlformats.org/officeDocument/2006/relationships/image" Target="../media/image447.png"/><Relationship Id="rId122" Type="http://schemas.openxmlformats.org/officeDocument/2006/relationships/customXml" Target="../ink/ink468.xml"/><Relationship Id="rId143" Type="http://schemas.openxmlformats.org/officeDocument/2006/relationships/image" Target="../media/image467.png"/><Relationship Id="rId164" Type="http://schemas.openxmlformats.org/officeDocument/2006/relationships/customXml" Target="../ink/ink489.xml"/><Relationship Id="rId185" Type="http://schemas.openxmlformats.org/officeDocument/2006/relationships/image" Target="../media/image488.png"/><Relationship Id="rId350" Type="http://schemas.openxmlformats.org/officeDocument/2006/relationships/customXml" Target="../ink/ink582.xml"/><Relationship Id="rId9" Type="http://schemas.openxmlformats.org/officeDocument/2006/relationships/image" Target="../media/image401.png"/><Relationship Id="rId210" Type="http://schemas.openxmlformats.org/officeDocument/2006/relationships/customXml" Target="../ink/ink512.xml"/><Relationship Id="rId26" Type="http://schemas.openxmlformats.org/officeDocument/2006/relationships/customXml" Target="../ink/ink420.xml"/><Relationship Id="rId231" Type="http://schemas.openxmlformats.org/officeDocument/2006/relationships/image" Target="../media/image511.png"/><Relationship Id="rId252" Type="http://schemas.openxmlformats.org/officeDocument/2006/relationships/customXml" Target="../ink/ink533.xml"/><Relationship Id="rId273" Type="http://schemas.openxmlformats.org/officeDocument/2006/relationships/image" Target="../media/image532.png"/><Relationship Id="rId294" Type="http://schemas.openxmlformats.org/officeDocument/2006/relationships/customXml" Target="../ink/ink554.xml"/><Relationship Id="rId308" Type="http://schemas.openxmlformats.org/officeDocument/2006/relationships/customXml" Target="../ink/ink561.xml"/><Relationship Id="rId329" Type="http://schemas.openxmlformats.org/officeDocument/2006/relationships/image" Target="../media/image559.png"/><Relationship Id="rId47" Type="http://schemas.openxmlformats.org/officeDocument/2006/relationships/image" Target="../media/image420.png"/><Relationship Id="rId68" Type="http://schemas.openxmlformats.org/officeDocument/2006/relationships/customXml" Target="../ink/ink441.xml"/><Relationship Id="rId89" Type="http://schemas.openxmlformats.org/officeDocument/2006/relationships/image" Target="../media/image441.png"/><Relationship Id="rId112" Type="http://schemas.openxmlformats.org/officeDocument/2006/relationships/customXml" Target="../ink/ink463.xml"/><Relationship Id="rId133" Type="http://schemas.openxmlformats.org/officeDocument/2006/relationships/image" Target="../media/image462.png"/><Relationship Id="rId154" Type="http://schemas.openxmlformats.org/officeDocument/2006/relationships/customXml" Target="../ink/ink484.xml"/><Relationship Id="rId175" Type="http://schemas.openxmlformats.org/officeDocument/2006/relationships/image" Target="../media/image483.png"/><Relationship Id="rId340" Type="http://schemas.openxmlformats.org/officeDocument/2006/relationships/customXml" Target="../ink/ink577.xml"/><Relationship Id="rId196" Type="http://schemas.openxmlformats.org/officeDocument/2006/relationships/customXml" Target="../ink/ink505.xml"/><Relationship Id="rId200" Type="http://schemas.openxmlformats.org/officeDocument/2006/relationships/customXml" Target="../ink/ink507.xml"/><Relationship Id="rId16" Type="http://schemas.openxmlformats.org/officeDocument/2006/relationships/customXml" Target="../ink/ink415.xml"/><Relationship Id="rId221" Type="http://schemas.openxmlformats.org/officeDocument/2006/relationships/image" Target="../media/image506.png"/><Relationship Id="rId242" Type="http://schemas.openxmlformats.org/officeDocument/2006/relationships/customXml" Target="../ink/ink528.xml"/><Relationship Id="rId263" Type="http://schemas.openxmlformats.org/officeDocument/2006/relationships/image" Target="../media/image527.png"/><Relationship Id="rId284" Type="http://schemas.openxmlformats.org/officeDocument/2006/relationships/customXml" Target="../ink/ink549.xml"/><Relationship Id="rId319" Type="http://schemas.openxmlformats.org/officeDocument/2006/relationships/image" Target="../media/image554.png"/><Relationship Id="rId37" Type="http://schemas.openxmlformats.org/officeDocument/2006/relationships/image" Target="../media/image415.png"/><Relationship Id="rId58" Type="http://schemas.openxmlformats.org/officeDocument/2006/relationships/customXml" Target="../ink/ink436.xml"/><Relationship Id="rId79" Type="http://schemas.openxmlformats.org/officeDocument/2006/relationships/image" Target="../media/image436.png"/><Relationship Id="rId102" Type="http://schemas.openxmlformats.org/officeDocument/2006/relationships/customXml" Target="../ink/ink458.xml"/><Relationship Id="rId123" Type="http://schemas.openxmlformats.org/officeDocument/2006/relationships/image" Target="../media/image457.png"/><Relationship Id="rId144" Type="http://schemas.openxmlformats.org/officeDocument/2006/relationships/customXml" Target="../ink/ink479.xml"/><Relationship Id="rId330" Type="http://schemas.openxmlformats.org/officeDocument/2006/relationships/customXml" Target="../ink/ink572.xml"/><Relationship Id="rId90" Type="http://schemas.openxmlformats.org/officeDocument/2006/relationships/customXml" Target="../ink/ink452.xml"/><Relationship Id="rId165" Type="http://schemas.openxmlformats.org/officeDocument/2006/relationships/image" Target="../media/image478.png"/><Relationship Id="rId186" Type="http://schemas.openxmlformats.org/officeDocument/2006/relationships/customXml" Target="../ink/ink500.xml"/><Relationship Id="rId351" Type="http://schemas.openxmlformats.org/officeDocument/2006/relationships/image" Target="../media/image570.png"/><Relationship Id="rId211" Type="http://schemas.openxmlformats.org/officeDocument/2006/relationships/image" Target="../media/image501.png"/><Relationship Id="rId232" Type="http://schemas.openxmlformats.org/officeDocument/2006/relationships/customXml" Target="../ink/ink523.xml"/><Relationship Id="rId253" Type="http://schemas.openxmlformats.org/officeDocument/2006/relationships/image" Target="../media/image522.png"/><Relationship Id="rId274" Type="http://schemas.openxmlformats.org/officeDocument/2006/relationships/customXml" Target="../ink/ink544.xml"/><Relationship Id="rId295" Type="http://schemas.openxmlformats.org/officeDocument/2006/relationships/image" Target="../media/image542.png"/><Relationship Id="rId309" Type="http://schemas.openxmlformats.org/officeDocument/2006/relationships/image" Target="../media/image549.png"/><Relationship Id="rId27" Type="http://schemas.openxmlformats.org/officeDocument/2006/relationships/image" Target="../media/image410.png"/><Relationship Id="rId48" Type="http://schemas.openxmlformats.org/officeDocument/2006/relationships/customXml" Target="../ink/ink431.xml"/><Relationship Id="rId69" Type="http://schemas.openxmlformats.org/officeDocument/2006/relationships/image" Target="../media/image431.png"/><Relationship Id="rId113" Type="http://schemas.openxmlformats.org/officeDocument/2006/relationships/image" Target="../media/image452.png"/><Relationship Id="rId134" Type="http://schemas.openxmlformats.org/officeDocument/2006/relationships/customXml" Target="../ink/ink474.xml"/><Relationship Id="rId320" Type="http://schemas.openxmlformats.org/officeDocument/2006/relationships/customXml" Target="../ink/ink567.xml"/><Relationship Id="rId80" Type="http://schemas.openxmlformats.org/officeDocument/2006/relationships/customXml" Target="../ink/ink447.xml"/><Relationship Id="rId155" Type="http://schemas.openxmlformats.org/officeDocument/2006/relationships/image" Target="../media/image473.png"/><Relationship Id="rId176" Type="http://schemas.openxmlformats.org/officeDocument/2006/relationships/customXml" Target="../ink/ink495.xml"/><Relationship Id="rId197" Type="http://schemas.openxmlformats.org/officeDocument/2006/relationships/image" Target="../media/image494.png"/><Relationship Id="rId341" Type="http://schemas.openxmlformats.org/officeDocument/2006/relationships/image" Target="../media/image565.png"/><Relationship Id="rId201" Type="http://schemas.openxmlformats.org/officeDocument/2006/relationships/image" Target="../media/image496.png"/><Relationship Id="rId222" Type="http://schemas.openxmlformats.org/officeDocument/2006/relationships/customXml" Target="../ink/ink518.xml"/><Relationship Id="rId243" Type="http://schemas.openxmlformats.org/officeDocument/2006/relationships/image" Target="../media/image517.png"/><Relationship Id="rId264" Type="http://schemas.openxmlformats.org/officeDocument/2006/relationships/customXml" Target="../ink/ink539.xml"/><Relationship Id="rId285" Type="http://schemas.openxmlformats.org/officeDocument/2006/relationships/image" Target="../media/image537.png"/><Relationship Id="rId17" Type="http://schemas.openxmlformats.org/officeDocument/2006/relationships/image" Target="../media/image405.png"/><Relationship Id="rId38" Type="http://schemas.openxmlformats.org/officeDocument/2006/relationships/customXml" Target="../ink/ink426.xml"/><Relationship Id="rId59" Type="http://schemas.openxmlformats.org/officeDocument/2006/relationships/image" Target="../media/image426.png"/><Relationship Id="rId103" Type="http://schemas.openxmlformats.org/officeDocument/2006/relationships/image" Target="../media/image448.png"/><Relationship Id="rId124" Type="http://schemas.openxmlformats.org/officeDocument/2006/relationships/customXml" Target="../ink/ink469.xml"/><Relationship Id="rId310" Type="http://schemas.openxmlformats.org/officeDocument/2006/relationships/customXml" Target="../ink/ink562.xml"/><Relationship Id="rId70" Type="http://schemas.openxmlformats.org/officeDocument/2006/relationships/customXml" Target="../ink/ink442.xml"/><Relationship Id="rId91" Type="http://schemas.openxmlformats.org/officeDocument/2006/relationships/image" Target="../media/image442.png"/><Relationship Id="rId145" Type="http://schemas.openxmlformats.org/officeDocument/2006/relationships/image" Target="../media/image468.png"/><Relationship Id="rId166" Type="http://schemas.openxmlformats.org/officeDocument/2006/relationships/customXml" Target="../ink/ink490.xml"/><Relationship Id="rId187" Type="http://schemas.openxmlformats.org/officeDocument/2006/relationships/image" Target="../media/image489.png"/><Relationship Id="rId331" Type="http://schemas.openxmlformats.org/officeDocument/2006/relationships/image" Target="../media/image560.png"/><Relationship Id="rId352" Type="http://schemas.openxmlformats.org/officeDocument/2006/relationships/customXml" Target="../ink/ink58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13.xml"/><Relationship Id="rId233" Type="http://schemas.openxmlformats.org/officeDocument/2006/relationships/image" Target="../media/image512.png"/><Relationship Id="rId254" Type="http://schemas.openxmlformats.org/officeDocument/2006/relationships/customXml" Target="../ink/ink534.xml"/><Relationship Id="rId28" Type="http://schemas.openxmlformats.org/officeDocument/2006/relationships/customXml" Target="../ink/ink421.xml"/><Relationship Id="rId49" Type="http://schemas.openxmlformats.org/officeDocument/2006/relationships/image" Target="../media/image421.png"/><Relationship Id="rId114" Type="http://schemas.openxmlformats.org/officeDocument/2006/relationships/customXml" Target="../ink/ink464.xml"/><Relationship Id="rId275" Type="http://schemas.openxmlformats.org/officeDocument/2006/relationships/image" Target="../media/image533.png"/><Relationship Id="rId296" Type="http://schemas.openxmlformats.org/officeDocument/2006/relationships/customXml" Target="../ink/ink555.xml"/><Relationship Id="rId300" Type="http://schemas.openxmlformats.org/officeDocument/2006/relationships/customXml" Target="../ink/ink557.xml"/><Relationship Id="rId60" Type="http://schemas.openxmlformats.org/officeDocument/2006/relationships/customXml" Target="../ink/ink437.xml"/><Relationship Id="rId81" Type="http://schemas.openxmlformats.org/officeDocument/2006/relationships/image" Target="../media/image437.png"/><Relationship Id="rId135" Type="http://schemas.openxmlformats.org/officeDocument/2006/relationships/image" Target="../media/image463.png"/><Relationship Id="rId156" Type="http://schemas.openxmlformats.org/officeDocument/2006/relationships/customXml" Target="../ink/ink485.xml"/><Relationship Id="rId177" Type="http://schemas.openxmlformats.org/officeDocument/2006/relationships/image" Target="../media/image484.png"/><Relationship Id="rId198" Type="http://schemas.openxmlformats.org/officeDocument/2006/relationships/customXml" Target="../ink/ink506.xml"/><Relationship Id="rId321" Type="http://schemas.openxmlformats.org/officeDocument/2006/relationships/image" Target="../media/image555.png"/><Relationship Id="rId342" Type="http://schemas.openxmlformats.org/officeDocument/2006/relationships/customXml" Target="../ink/ink578.xml"/><Relationship Id="rId202" Type="http://schemas.openxmlformats.org/officeDocument/2006/relationships/customXml" Target="../ink/ink508.xml"/><Relationship Id="rId223" Type="http://schemas.openxmlformats.org/officeDocument/2006/relationships/image" Target="../media/image507.png"/><Relationship Id="rId244" Type="http://schemas.openxmlformats.org/officeDocument/2006/relationships/customXml" Target="../ink/ink529.xml"/><Relationship Id="rId18" Type="http://schemas.openxmlformats.org/officeDocument/2006/relationships/customXml" Target="../ink/ink416.xml"/><Relationship Id="rId39" Type="http://schemas.openxmlformats.org/officeDocument/2006/relationships/image" Target="../media/image416.png"/><Relationship Id="rId265" Type="http://schemas.openxmlformats.org/officeDocument/2006/relationships/image" Target="../media/image528.png"/><Relationship Id="rId286" Type="http://schemas.openxmlformats.org/officeDocument/2006/relationships/customXml" Target="../ink/ink550.xml"/><Relationship Id="rId50" Type="http://schemas.openxmlformats.org/officeDocument/2006/relationships/customXml" Target="../ink/ink432.xml"/><Relationship Id="rId104" Type="http://schemas.openxmlformats.org/officeDocument/2006/relationships/customXml" Target="../ink/ink459.xml"/><Relationship Id="rId125" Type="http://schemas.openxmlformats.org/officeDocument/2006/relationships/image" Target="../media/image458.png"/><Relationship Id="rId146" Type="http://schemas.openxmlformats.org/officeDocument/2006/relationships/customXml" Target="../ink/ink480.xml"/><Relationship Id="rId167" Type="http://schemas.openxmlformats.org/officeDocument/2006/relationships/image" Target="../media/image479.png"/><Relationship Id="rId188" Type="http://schemas.openxmlformats.org/officeDocument/2006/relationships/customXml" Target="../ink/ink501.xml"/><Relationship Id="rId311" Type="http://schemas.openxmlformats.org/officeDocument/2006/relationships/image" Target="../media/image550.png"/><Relationship Id="rId332" Type="http://schemas.openxmlformats.org/officeDocument/2006/relationships/customXml" Target="../ink/ink573.xml"/><Relationship Id="rId353" Type="http://schemas.openxmlformats.org/officeDocument/2006/relationships/image" Target="../media/image571.png"/><Relationship Id="rId71" Type="http://schemas.openxmlformats.org/officeDocument/2006/relationships/image" Target="../media/image432.png"/><Relationship Id="rId92" Type="http://schemas.openxmlformats.org/officeDocument/2006/relationships/customXml" Target="../ink/ink453.xml"/><Relationship Id="rId213" Type="http://schemas.openxmlformats.org/officeDocument/2006/relationships/image" Target="../media/image502.png"/><Relationship Id="rId234" Type="http://schemas.openxmlformats.org/officeDocument/2006/relationships/customXml" Target="../ink/ink524.xml"/><Relationship Id="rId2" Type="http://schemas.openxmlformats.org/officeDocument/2006/relationships/customXml" Target="../ink/ink408.xml"/><Relationship Id="rId29" Type="http://schemas.openxmlformats.org/officeDocument/2006/relationships/image" Target="../media/image411.png"/><Relationship Id="rId255" Type="http://schemas.openxmlformats.org/officeDocument/2006/relationships/image" Target="../media/image523.png"/><Relationship Id="rId276" Type="http://schemas.openxmlformats.org/officeDocument/2006/relationships/customXml" Target="../ink/ink545.xml"/><Relationship Id="rId297" Type="http://schemas.openxmlformats.org/officeDocument/2006/relationships/image" Target="../media/image543.png"/><Relationship Id="rId40" Type="http://schemas.openxmlformats.org/officeDocument/2006/relationships/customXml" Target="../ink/ink427.xml"/><Relationship Id="rId115" Type="http://schemas.openxmlformats.org/officeDocument/2006/relationships/image" Target="../media/image453.png"/><Relationship Id="rId136" Type="http://schemas.openxmlformats.org/officeDocument/2006/relationships/customXml" Target="../ink/ink475.xml"/><Relationship Id="rId157" Type="http://schemas.openxmlformats.org/officeDocument/2006/relationships/image" Target="../media/image474.png"/><Relationship Id="rId178" Type="http://schemas.openxmlformats.org/officeDocument/2006/relationships/customXml" Target="../ink/ink496.xml"/><Relationship Id="rId301" Type="http://schemas.openxmlformats.org/officeDocument/2006/relationships/image" Target="../media/image545.png"/><Relationship Id="rId322" Type="http://schemas.openxmlformats.org/officeDocument/2006/relationships/customXml" Target="../ink/ink568.xml"/><Relationship Id="rId343" Type="http://schemas.openxmlformats.org/officeDocument/2006/relationships/image" Target="../media/image566.png"/><Relationship Id="rId61" Type="http://schemas.openxmlformats.org/officeDocument/2006/relationships/image" Target="../media/image427.png"/><Relationship Id="rId82" Type="http://schemas.openxmlformats.org/officeDocument/2006/relationships/customXml" Target="../ink/ink448.xml"/><Relationship Id="rId199" Type="http://schemas.openxmlformats.org/officeDocument/2006/relationships/image" Target="../media/image495.png"/><Relationship Id="rId203" Type="http://schemas.openxmlformats.org/officeDocument/2006/relationships/image" Target="../media/image497.png"/><Relationship Id="rId19" Type="http://schemas.openxmlformats.org/officeDocument/2006/relationships/image" Target="../media/image406.png"/><Relationship Id="rId224" Type="http://schemas.openxmlformats.org/officeDocument/2006/relationships/customXml" Target="../ink/ink519.xml"/><Relationship Id="rId245" Type="http://schemas.openxmlformats.org/officeDocument/2006/relationships/image" Target="../media/image518.png"/><Relationship Id="rId266" Type="http://schemas.openxmlformats.org/officeDocument/2006/relationships/customXml" Target="../ink/ink540.xml"/><Relationship Id="rId287" Type="http://schemas.openxmlformats.org/officeDocument/2006/relationships/image" Target="../media/image538.png"/><Relationship Id="rId30" Type="http://schemas.openxmlformats.org/officeDocument/2006/relationships/customXml" Target="../ink/ink422.xml"/><Relationship Id="rId105" Type="http://schemas.openxmlformats.org/officeDocument/2006/relationships/image" Target="../media/image449.png"/><Relationship Id="rId126" Type="http://schemas.openxmlformats.org/officeDocument/2006/relationships/customXml" Target="../ink/ink470.xml"/><Relationship Id="rId147" Type="http://schemas.openxmlformats.org/officeDocument/2006/relationships/image" Target="../media/image469.png"/><Relationship Id="rId168" Type="http://schemas.openxmlformats.org/officeDocument/2006/relationships/customXml" Target="../ink/ink491.xml"/><Relationship Id="rId312" Type="http://schemas.openxmlformats.org/officeDocument/2006/relationships/customXml" Target="../ink/ink563.xml"/><Relationship Id="rId333" Type="http://schemas.openxmlformats.org/officeDocument/2006/relationships/image" Target="../media/image561.png"/><Relationship Id="rId51" Type="http://schemas.openxmlformats.org/officeDocument/2006/relationships/image" Target="../media/image422.png"/><Relationship Id="rId72" Type="http://schemas.openxmlformats.org/officeDocument/2006/relationships/customXml" Target="../ink/ink443.xml"/><Relationship Id="rId93" Type="http://schemas.openxmlformats.org/officeDocument/2006/relationships/image" Target="../media/image443.png"/><Relationship Id="rId189" Type="http://schemas.openxmlformats.org/officeDocument/2006/relationships/image" Target="../media/image490.png"/><Relationship Id="rId3" Type="http://schemas.openxmlformats.org/officeDocument/2006/relationships/image" Target="../media/image398.png"/><Relationship Id="rId214" Type="http://schemas.openxmlformats.org/officeDocument/2006/relationships/customXml" Target="../ink/ink514.xml"/><Relationship Id="rId235" Type="http://schemas.openxmlformats.org/officeDocument/2006/relationships/image" Target="../media/image513.png"/><Relationship Id="rId256" Type="http://schemas.openxmlformats.org/officeDocument/2006/relationships/customXml" Target="../ink/ink535.xml"/><Relationship Id="rId277" Type="http://schemas.openxmlformats.org/officeDocument/2006/relationships/image" Target="../media/image70.png"/><Relationship Id="rId298" Type="http://schemas.openxmlformats.org/officeDocument/2006/relationships/customXml" Target="../ink/ink556.xml"/><Relationship Id="rId116" Type="http://schemas.openxmlformats.org/officeDocument/2006/relationships/customXml" Target="../ink/ink465.xml"/><Relationship Id="rId137" Type="http://schemas.openxmlformats.org/officeDocument/2006/relationships/image" Target="../media/image464.png"/><Relationship Id="rId158" Type="http://schemas.openxmlformats.org/officeDocument/2006/relationships/customXml" Target="../ink/ink486.xml"/><Relationship Id="rId302" Type="http://schemas.openxmlformats.org/officeDocument/2006/relationships/customXml" Target="../ink/ink558.xml"/><Relationship Id="rId323" Type="http://schemas.openxmlformats.org/officeDocument/2006/relationships/image" Target="../media/image556.png"/><Relationship Id="rId344" Type="http://schemas.openxmlformats.org/officeDocument/2006/relationships/customXml" Target="../ink/ink579.xml"/><Relationship Id="rId20" Type="http://schemas.openxmlformats.org/officeDocument/2006/relationships/customXml" Target="../ink/ink417.xml"/><Relationship Id="rId41" Type="http://schemas.openxmlformats.org/officeDocument/2006/relationships/image" Target="../media/image417.png"/><Relationship Id="rId62" Type="http://schemas.openxmlformats.org/officeDocument/2006/relationships/customXml" Target="../ink/ink438.xml"/><Relationship Id="rId83" Type="http://schemas.openxmlformats.org/officeDocument/2006/relationships/image" Target="../media/image438.png"/><Relationship Id="rId179" Type="http://schemas.openxmlformats.org/officeDocument/2006/relationships/image" Target="../media/image485.png"/><Relationship Id="rId190" Type="http://schemas.openxmlformats.org/officeDocument/2006/relationships/customXml" Target="../ink/ink502.xml"/><Relationship Id="rId204" Type="http://schemas.openxmlformats.org/officeDocument/2006/relationships/customXml" Target="../ink/ink509.xml"/><Relationship Id="rId225" Type="http://schemas.openxmlformats.org/officeDocument/2006/relationships/image" Target="../media/image508.png"/><Relationship Id="rId246" Type="http://schemas.openxmlformats.org/officeDocument/2006/relationships/customXml" Target="../ink/ink530.xml"/><Relationship Id="rId267" Type="http://schemas.openxmlformats.org/officeDocument/2006/relationships/image" Target="../media/image529.png"/><Relationship Id="rId288" Type="http://schemas.openxmlformats.org/officeDocument/2006/relationships/customXml" Target="../ink/ink551.xml"/><Relationship Id="rId106" Type="http://schemas.openxmlformats.org/officeDocument/2006/relationships/customXml" Target="../ink/ink460.xml"/><Relationship Id="rId127" Type="http://schemas.openxmlformats.org/officeDocument/2006/relationships/image" Target="../media/image459.png"/><Relationship Id="rId313" Type="http://schemas.openxmlformats.org/officeDocument/2006/relationships/image" Target="../media/image551.png"/><Relationship Id="rId10" Type="http://schemas.openxmlformats.org/officeDocument/2006/relationships/customXml" Target="../ink/ink412.xml"/><Relationship Id="rId31" Type="http://schemas.openxmlformats.org/officeDocument/2006/relationships/image" Target="../media/image412.png"/><Relationship Id="rId52" Type="http://schemas.openxmlformats.org/officeDocument/2006/relationships/customXml" Target="../ink/ink433.xml"/><Relationship Id="rId73" Type="http://schemas.openxmlformats.org/officeDocument/2006/relationships/image" Target="../media/image433.png"/><Relationship Id="rId94" Type="http://schemas.openxmlformats.org/officeDocument/2006/relationships/customXml" Target="../ink/ink454.xml"/><Relationship Id="rId148" Type="http://schemas.openxmlformats.org/officeDocument/2006/relationships/customXml" Target="../ink/ink481.xml"/><Relationship Id="rId169" Type="http://schemas.openxmlformats.org/officeDocument/2006/relationships/image" Target="../media/image480.png"/><Relationship Id="rId334" Type="http://schemas.openxmlformats.org/officeDocument/2006/relationships/customXml" Target="../ink/ink574.xml"/><Relationship Id="rId4" Type="http://schemas.openxmlformats.org/officeDocument/2006/relationships/customXml" Target="../ink/ink409.xml"/><Relationship Id="rId180" Type="http://schemas.openxmlformats.org/officeDocument/2006/relationships/customXml" Target="../ink/ink497.xml"/><Relationship Id="rId215" Type="http://schemas.openxmlformats.org/officeDocument/2006/relationships/image" Target="../media/image503.png"/><Relationship Id="rId236" Type="http://schemas.openxmlformats.org/officeDocument/2006/relationships/customXml" Target="../ink/ink525.xml"/><Relationship Id="rId257" Type="http://schemas.openxmlformats.org/officeDocument/2006/relationships/image" Target="../media/image524.png"/><Relationship Id="rId278" Type="http://schemas.openxmlformats.org/officeDocument/2006/relationships/customXml" Target="../ink/ink546.xml"/><Relationship Id="rId303" Type="http://schemas.openxmlformats.org/officeDocument/2006/relationships/image" Target="../media/image546.png"/><Relationship Id="rId42" Type="http://schemas.openxmlformats.org/officeDocument/2006/relationships/customXml" Target="../ink/ink428.xml"/><Relationship Id="rId84" Type="http://schemas.openxmlformats.org/officeDocument/2006/relationships/customXml" Target="../ink/ink449.xml"/><Relationship Id="rId138" Type="http://schemas.openxmlformats.org/officeDocument/2006/relationships/customXml" Target="../ink/ink476.xml"/><Relationship Id="rId345" Type="http://schemas.openxmlformats.org/officeDocument/2006/relationships/image" Target="../media/image567.png"/><Relationship Id="rId191" Type="http://schemas.openxmlformats.org/officeDocument/2006/relationships/image" Target="../media/image491.png"/><Relationship Id="rId205" Type="http://schemas.openxmlformats.org/officeDocument/2006/relationships/image" Target="../media/image498.png"/><Relationship Id="rId247" Type="http://schemas.openxmlformats.org/officeDocument/2006/relationships/image" Target="../media/image519.png"/><Relationship Id="rId107" Type="http://schemas.openxmlformats.org/officeDocument/2006/relationships/image" Target="../media/image450.png"/><Relationship Id="rId289" Type="http://schemas.openxmlformats.org/officeDocument/2006/relationships/image" Target="../media/image539.png"/><Relationship Id="rId11" Type="http://schemas.openxmlformats.org/officeDocument/2006/relationships/image" Target="../media/image402.png"/><Relationship Id="rId53" Type="http://schemas.openxmlformats.org/officeDocument/2006/relationships/image" Target="../media/image423.png"/><Relationship Id="rId149" Type="http://schemas.openxmlformats.org/officeDocument/2006/relationships/image" Target="../media/image470.png"/><Relationship Id="rId314" Type="http://schemas.openxmlformats.org/officeDocument/2006/relationships/customXml" Target="../ink/ink564.xml"/><Relationship Id="rId95" Type="http://schemas.openxmlformats.org/officeDocument/2006/relationships/image" Target="../media/image444.png"/><Relationship Id="rId160" Type="http://schemas.openxmlformats.org/officeDocument/2006/relationships/customXml" Target="../ink/ink487.xml"/><Relationship Id="rId216" Type="http://schemas.openxmlformats.org/officeDocument/2006/relationships/customXml" Target="../ink/ink515.xml"/><Relationship Id="rId258" Type="http://schemas.openxmlformats.org/officeDocument/2006/relationships/customXml" Target="../ink/ink536.xml"/><Relationship Id="rId22" Type="http://schemas.openxmlformats.org/officeDocument/2006/relationships/customXml" Target="../ink/ink418.xml"/><Relationship Id="rId64" Type="http://schemas.openxmlformats.org/officeDocument/2006/relationships/customXml" Target="../ink/ink439.xml"/><Relationship Id="rId118" Type="http://schemas.openxmlformats.org/officeDocument/2006/relationships/customXml" Target="../ink/ink466.xml"/><Relationship Id="rId325" Type="http://schemas.openxmlformats.org/officeDocument/2006/relationships/image" Target="../media/image557.png"/><Relationship Id="rId171" Type="http://schemas.openxmlformats.org/officeDocument/2006/relationships/image" Target="../media/image481.png"/><Relationship Id="rId227" Type="http://schemas.openxmlformats.org/officeDocument/2006/relationships/image" Target="../media/image509.png"/><Relationship Id="rId269" Type="http://schemas.openxmlformats.org/officeDocument/2006/relationships/image" Target="../media/image530.png"/><Relationship Id="rId33" Type="http://schemas.openxmlformats.org/officeDocument/2006/relationships/image" Target="../media/image413.png"/><Relationship Id="rId129" Type="http://schemas.openxmlformats.org/officeDocument/2006/relationships/image" Target="../media/image460.png"/><Relationship Id="rId280" Type="http://schemas.openxmlformats.org/officeDocument/2006/relationships/customXml" Target="../ink/ink547.xml"/><Relationship Id="rId336" Type="http://schemas.openxmlformats.org/officeDocument/2006/relationships/customXml" Target="../ink/ink575.xml"/><Relationship Id="rId75" Type="http://schemas.openxmlformats.org/officeDocument/2006/relationships/image" Target="../media/image434.png"/><Relationship Id="rId140" Type="http://schemas.openxmlformats.org/officeDocument/2006/relationships/customXml" Target="../ink/ink477.xml"/><Relationship Id="rId182" Type="http://schemas.openxmlformats.org/officeDocument/2006/relationships/customXml" Target="../ink/ink498.xml"/><Relationship Id="rId6" Type="http://schemas.openxmlformats.org/officeDocument/2006/relationships/customXml" Target="../ink/ink410.xml"/><Relationship Id="rId238" Type="http://schemas.openxmlformats.org/officeDocument/2006/relationships/customXml" Target="../ink/ink526.xml"/><Relationship Id="rId291" Type="http://schemas.openxmlformats.org/officeDocument/2006/relationships/image" Target="../media/image540.png"/><Relationship Id="rId305" Type="http://schemas.openxmlformats.org/officeDocument/2006/relationships/image" Target="../media/image547.png"/><Relationship Id="rId347" Type="http://schemas.openxmlformats.org/officeDocument/2006/relationships/image" Target="../media/image568.png"/><Relationship Id="rId44" Type="http://schemas.openxmlformats.org/officeDocument/2006/relationships/customXml" Target="../ink/ink429.xml"/><Relationship Id="rId86" Type="http://schemas.openxmlformats.org/officeDocument/2006/relationships/customXml" Target="../ink/ink450.xml"/><Relationship Id="rId151" Type="http://schemas.openxmlformats.org/officeDocument/2006/relationships/image" Target="../media/image471.png"/><Relationship Id="rId193" Type="http://schemas.openxmlformats.org/officeDocument/2006/relationships/image" Target="../media/image492.png"/><Relationship Id="rId207" Type="http://schemas.openxmlformats.org/officeDocument/2006/relationships/image" Target="../media/image499.png"/><Relationship Id="rId249" Type="http://schemas.openxmlformats.org/officeDocument/2006/relationships/image" Target="../media/image520.png"/><Relationship Id="rId13" Type="http://schemas.openxmlformats.org/officeDocument/2006/relationships/image" Target="../media/image403.png"/><Relationship Id="rId109" Type="http://schemas.openxmlformats.org/officeDocument/2006/relationships/image" Target="../media/image451.png"/><Relationship Id="rId260" Type="http://schemas.openxmlformats.org/officeDocument/2006/relationships/customXml" Target="../ink/ink537.xml"/><Relationship Id="rId316" Type="http://schemas.openxmlformats.org/officeDocument/2006/relationships/customXml" Target="../ink/ink565.xml"/><Relationship Id="rId55" Type="http://schemas.openxmlformats.org/officeDocument/2006/relationships/image" Target="../media/image424.png"/><Relationship Id="rId97" Type="http://schemas.openxmlformats.org/officeDocument/2006/relationships/image" Target="../media/image445.png"/><Relationship Id="rId120" Type="http://schemas.openxmlformats.org/officeDocument/2006/relationships/customXml" Target="../ink/ink467.xml"/><Relationship Id="rId162" Type="http://schemas.openxmlformats.org/officeDocument/2006/relationships/customXml" Target="../ink/ink488.xml"/><Relationship Id="rId218" Type="http://schemas.openxmlformats.org/officeDocument/2006/relationships/customXml" Target="../ink/ink516.xml"/><Relationship Id="rId271" Type="http://schemas.openxmlformats.org/officeDocument/2006/relationships/image" Target="../media/image531.png"/><Relationship Id="rId24" Type="http://schemas.openxmlformats.org/officeDocument/2006/relationships/customXml" Target="../ink/ink419.xml"/><Relationship Id="rId66" Type="http://schemas.openxmlformats.org/officeDocument/2006/relationships/customXml" Target="../ink/ink440.xml"/><Relationship Id="rId131" Type="http://schemas.openxmlformats.org/officeDocument/2006/relationships/image" Target="../media/image461.png"/><Relationship Id="rId327" Type="http://schemas.openxmlformats.org/officeDocument/2006/relationships/image" Target="../media/image558.png"/><Relationship Id="rId173" Type="http://schemas.openxmlformats.org/officeDocument/2006/relationships/image" Target="../media/image482.png"/><Relationship Id="rId229" Type="http://schemas.openxmlformats.org/officeDocument/2006/relationships/image" Target="../media/image510.png"/><Relationship Id="rId240" Type="http://schemas.openxmlformats.org/officeDocument/2006/relationships/customXml" Target="../ink/ink527.xml"/><Relationship Id="rId35" Type="http://schemas.openxmlformats.org/officeDocument/2006/relationships/image" Target="../media/image414.png"/><Relationship Id="rId77" Type="http://schemas.openxmlformats.org/officeDocument/2006/relationships/image" Target="../media/image435.png"/><Relationship Id="rId100" Type="http://schemas.openxmlformats.org/officeDocument/2006/relationships/customXml" Target="../ink/ink457.xml"/><Relationship Id="rId282" Type="http://schemas.openxmlformats.org/officeDocument/2006/relationships/customXml" Target="../ink/ink548.xml"/><Relationship Id="rId338" Type="http://schemas.openxmlformats.org/officeDocument/2006/relationships/customXml" Target="../ink/ink576.xml"/><Relationship Id="rId8" Type="http://schemas.openxmlformats.org/officeDocument/2006/relationships/customXml" Target="../ink/ink411.xml"/><Relationship Id="rId142" Type="http://schemas.openxmlformats.org/officeDocument/2006/relationships/customXml" Target="../ink/ink478.xml"/><Relationship Id="rId184" Type="http://schemas.openxmlformats.org/officeDocument/2006/relationships/customXml" Target="../ink/ink49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049AD8D-467C-E6AA-FDB2-911BC6D3FAF7}"/>
              </a:ext>
            </a:extLst>
          </p:cNvPr>
          <p:cNvGrpSpPr/>
          <p:nvPr/>
        </p:nvGrpSpPr>
        <p:grpSpPr>
          <a:xfrm>
            <a:off x="470418" y="497652"/>
            <a:ext cx="1290960" cy="354960"/>
            <a:chOff x="470418" y="497652"/>
            <a:chExt cx="129096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B54285-DD8A-75CA-E0C4-A1DBBB9F0EEE}"/>
                    </a:ext>
                  </a:extLst>
                </p14:cNvPr>
                <p14:cNvContentPartPr/>
                <p14:nvPr/>
              </p14:nvContentPartPr>
              <p14:xfrm>
                <a:off x="561498" y="513852"/>
                <a:ext cx="28800" cy="285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B54285-DD8A-75CA-E0C4-A1DBBB9F0E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55378" y="507732"/>
                  <a:ext cx="41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79117A3-D397-8886-7109-6BC14777444B}"/>
                    </a:ext>
                  </a:extLst>
                </p14:cNvPr>
                <p14:cNvContentPartPr/>
                <p14:nvPr/>
              </p14:nvContentPartPr>
              <p14:xfrm>
                <a:off x="470418" y="497652"/>
                <a:ext cx="226080" cy="354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79117A3-D397-8886-7109-6BC1477744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4298" y="491532"/>
                  <a:ext cx="2383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3E7E7DF-1D6C-1D49-27F5-15B3DCC37D96}"/>
                    </a:ext>
                  </a:extLst>
                </p14:cNvPr>
                <p14:cNvContentPartPr/>
                <p14:nvPr/>
              </p14:nvContentPartPr>
              <p14:xfrm>
                <a:off x="873258" y="552732"/>
                <a:ext cx="237240" cy="221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3E7E7DF-1D6C-1D49-27F5-15B3DCC37D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7138" y="546612"/>
                  <a:ext cx="249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4B643B-A951-01DB-AE64-B989F0162207}"/>
                    </a:ext>
                  </a:extLst>
                </p14:cNvPr>
                <p14:cNvContentPartPr/>
                <p14:nvPr/>
              </p14:nvContentPartPr>
              <p14:xfrm>
                <a:off x="914658" y="626532"/>
                <a:ext cx="165240" cy="4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4B643B-A951-01DB-AE64-B989F01622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8538" y="620412"/>
                  <a:ext cx="177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9648755-75C9-0EC2-7495-52FDEF2B7B46}"/>
                    </a:ext>
                  </a:extLst>
                </p14:cNvPr>
                <p14:cNvContentPartPr/>
                <p14:nvPr/>
              </p14:nvContentPartPr>
              <p14:xfrm>
                <a:off x="1331538" y="569652"/>
                <a:ext cx="54000" cy="205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9648755-75C9-0EC2-7495-52FDEF2B7B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25418" y="563532"/>
                  <a:ext cx="66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E58414A-668A-0D8B-497D-CD0771AAB21C}"/>
                    </a:ext>
                  </a:extLst>
                </p14:cNvPr>
                <p14:cNvContentPartPr/>
                <p14:nvPr/>
              </p14:nvContentPartPr>
              <p14:xfrm>
                <a:off x="1210938" y="505572"/>
                <a:ext cx="277920" cy="42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E58414A-668A-0D8B-497D-CD0771AAB2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04818" y="499452"/>
                  <a:ext cx="290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085E6C-EED8-CBCF-4345-BA7C2B988AAE}"/>
                    </a:ext>
                  </a:extLst>
                </p14:cNvPr>
                <p14:cNvContentPartPr/>
                <p14:nvPr/>
              </p14:nvContentPartPr>
              <p14:xfrm>
                <a:off x="1549338" y="557772"/>
                <a:ext cx="212040" cy="225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085E6C-EED8-CBCF-4345-BA7C2B988A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43218" y="551652"/>
                  <a:ext cx="224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BD17CD-0387-F5FC-50C9-6BD8EF4728CE}"/>
                    </a:ext>
                  </a:extLst>
                </p14:cNvPr>
                <p14:cNvContentPartPr/>
                <p14:nvPr/>
              </p14:nvContentPartPr>
              <p14:xfrm>
                <a:off x="1589658" y="630492"/>
                <a:ext cx="146520" cy="37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BD17CD-0387-F5FC-50C9-6BD8EF4728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83538" y="624372"/>
                  <a:ext cx="1587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417AC0-FDE6-2708-7E28-65A47CE4BA49}"/>
              </a:ext>
            </a:extLst>
          </p:cNvPr>
          <p:cNvGrpSpPr/>
          <p:nvPr/>
        </p:nvGrpSpPr>
        <p:grpSpPr>
          <a:xfrm>
            <a:off x="2434218" y="552012"/>
            <a:ext cx="1705320" cy="280080"/>
            <a:chOff x="2434218" y="552012"/>
            <a:chExt cx="170532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58A537-06F7-FA7F-32F0-4EE64F98F320}"/>
                    </a:ext>
                  </a:extLst>
                </p14:cNvPr>
                <p14:cNvContentPartPr/>
                <p14:nvPr/>
              </p14:nvContentPartPr>
              <p14:xfrm>
                <a:off x="2434218" y="584772"/>
                <a:ext cx="258480" cy="222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58A537-06F7-FA7F-32F0-4EE64F98F3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28098" y="578652"/>
                  <a:ext cx="270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9A6EE8-2086-59D2-2B2F-5F9AD8A0D3AD}"/>
                    </a:ext>
                  </a:extLst>
                </p14:cNvPr>
                <p14:cNvContentPartPr/>
                <p14:nvPr/>
              </p14:nvContentPartPr>
              <p14:xfrm>
                <a:off x="2456898" y="670812"/>
                <a:ext cx="195120" cy="2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9A6EE8-2086-59D2-2B2F-5F9AD8A0D3A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50778" y="664692"/>
                  <a:ext cx="207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A73051A-EC64-AE8F-F954-8DC294E377AE}"/>
                    </a:ext>
                  </a:extLst>
                </p14:cNvPr>
                <p14:cNvContentPartPr/>
                <p14:nvPr/>
              </p14:nvContentPartPr>
              <p14:xfrm>
                <a:off x="2742738" y="585852"/>
                <a:ext cx="188640" cy="191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A73051A-EC64-AE8F-F954-8DC294E377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36618" y="579732"/>
                  <a:ext cx="2008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16A8BF6-230F-6912-2CDC-127BFDADB72B}"/>
                    </a:ext>
                  </a:extLst>
                </p14:cNvPr>
                <p14:cNvContentPartPr/>
                <p14:nvPr/>
              </p14:nvContentPartPr>
              <p14:xfrm>
                <a:off x="2936058" y="552012"/>
                <a:ext cx="44280" cy="26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16A8BF6-230F-6912-2CDC-127BFDADB7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29938" y="545892"/>
                  <a:ext cx="56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8F4E6C-2209-81CB-4840-5B2E27BCD0D9}"/>
                    </a:ext>
                  </a:extLst>
                </p14:cNvPr>
                <p14:cNvContentPartPr/>
                <p14:nvPr/>
              </p14:nvContentPartPr>
              <p14:xfrm>
                <a:off x="3042258" y="600612"/>
                <a:ext cx="158040" cy="21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8F4E6C-2209-81CB-4840-5B2E27BCD0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36138" y="594492"/>
                  <a:ext cx="1702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1E050F-7931-A1BB-7482-503261B0EFBA}"/>
                    </a:ext>
                  </a:extLst>
                </p14:cNvPr>
                <p14:cNvContentPartPr/>
                <p14:nvPr/>
              </p14:nvContentPartPr>
              <p14:xfrm>
                <a:off x="3054138" y="666132"/>
                <a:ext cx="150840" cy="36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1E050F-7931-A1BB-7482-503261B0EF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48018" y="660012"/>
                  <a:ext cx="163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44081A-6712-02FE-D698-3784651851AC}"/>
                    </a:ext>
                  </a:extLst>
                </p14:cNvPr>
                <p14:cNvContentPartPr/>
                <p14:nvPr/>
              </p14:nvContentPartPr>
              <p14:xfrm>
                <a:off x="3285978" y="561372"/>
                <a:ext cx="149400" cy="229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44081A-6712-02FE-D698-3784651851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9858" y="555252"/>
                  <a:ext cx="1616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DCA8E9-30EB-661A-8AAB-5ED6D35B88AE}"/>
                    </a:ext>
                  </a:extLst>
                </p14:cNvPr>
                <p14:cNvContentPartPr/>
                <p14:nvPr/>
              </p14:nvContentPartPr>
              <p14:xfrm>
                <a:off x="3499098" y="574692"/>
                <a:ext cx="83160" cy="232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DCA8E9-30EB-661A-8AAB-5ED6D35B88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92978" y="568572"/>
                  <a:ext cx="95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795C97D-6CEC-630F-3CD7-4ED6FFF0037A}"/>
                    </a:ext>
                  </a:extLst>
                </p14:cNvPr>
                <p14:cNvContentPartPr/>
                <p14:nvPr/>
              </p14:nvContentPartPr>
              <p14:xfrm>
                <a:off x="3447618" y="589452"/>
                <a:ext cx="13680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795C97D-6CEC-630F-3CD7-4ED6FFF0037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41498" y="583332"/>
                  <a:ext cx="149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625AB65-4D06-50CE-0710-E8DAC683D87A}"/>
                    </a:ext>
                  </a:extLst>
                </p14:cNvPr>
                <p14:cNvContentPartPr/>
                <p14:nvPr/>
              </p14:nvContentPartPr>
              <p14:xfrm>
                <a:off x="3671178" y="589452"/>
                <a:ext cx="141480" cy="19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625AB65-4D06-50CE-0710-E8DAC683D87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65058" y="583332"/>
                  <a:ext cx="153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D293A6-8939-A2D1-BFBB-7A79D8BC438C}"/>
                    </a:ext>
                  </a:extLst>
                </p14:cNvPr>
                <p14:cNvContentPartPr/>
                <p14:nvPr/>
              </p14:nvContentPartPr>
              <p14:xfrm>
                <a:off x="3954138" y="634452"/>
                <a:ext cx="21240" cy="197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D293A6-8939-A2D1-BFBB-7A79D8BC43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48018" y="628332"/>
                  <a:ext cx="3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BFD9CA8-FAB9-CB0C-3DE1-6D1F45310B05}"/>
                    </a:ext>
                  </a:extLst>
                </p14:cNvPr>
                <p14:cNvContentPartPr/>
                <p14:nvPr/>
              </p14:nvContentPartPr>
              <p14:xfrm>
                <a:off x="3879618" y="561372"/>
                <a:ext cx="259920" cy="23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BFD9CA8-FAB9-CB0C-3DE1-6D1F45310B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3498" y="555252"/>
                  <a:ext cx="2721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28C9EFA-90D3-0A9B-5A48-1D14801BFA77}"/>
                  </a:ext>
                </a:extLst>
              </p14:cNvPr>
              <p14:cNvContentPartPr/>
              <p14:nvPr/>
            </p14:nvContentPartPr>
            <p14:xfrm>
              <a:off x="820698" y="1058172"/>
              <a:ext cx="2973960" cy="135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28C9EFA-90D3-0A9B-5A48-1D14801BFA7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14578" y="1052052"/>
                <a:ext cx="298620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7C246161-AB48-43C2-54CF-6E08FB067DC0}"/>
              </a:ext>
            </a:extLst>
          </p:cNvPr>
          <p:cNvGrpSpPr/>
          <p:nvPr/>
        </p:nvGrpSpPr>
        <p:grpSpPr>
          <a:xfrm>
            <a:off x="4723098" y="2929812"/>
            <a:ext cx="1059840" cy="378000"/>
            <a:chOff x="4723098" y="2929812"/>
            <a:chExt cx="105984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10C34CF-0C77-DACC-3133-8AAF0F0F882E}"/>
                    </a:ext>
                  </a:extLst>
                </p14:cNvPr>
                <p14:cNvContentPartPr/>
                <p14:nvPr/>
              </p14:nvContentPartPr>
              <p14:xfrm>
                <a:off x="4812378" y="3011892"/>
                <a:ext cx="52560" cy="160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10C34CF-0C77-DACC-3133-8AAF0F0F88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06258" y="3005772"/>
                  <a:ext cx="64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979428C-322F-763A-BBC6-30C14CBC6BF0}"/>
                    </a:ext>
                  </a:extLst>
                </p14:cNvPr>
                <p14:cNvContentPartPr/>
                <p14:nvPr/>
              </p14:nvContentPartPr>
              <p14:xfrm>
                <a:off x="4723098" y="2937372"/>
                <a:ext cx="226800" cy="370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979428C-322F-763A-BBC6-30C14CBC6B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16978" y="2931252"/>
                  <a:ext cx="2390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226E185-AEC2-CAED-C252-9A5CF24E74F4}"/>
                    </a:ext>
                  </a:extLst>
                </p14:cNvPr>
                <p14:cNvContentPartPr/>
                <p14:nvPr/>
              </p14:nvContentPartPr>
              <p14:xfrm>
                <a:off x="5082378" y="2977692"/>
                <a:ext cx="213480" cy="223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226E185-AEC2-CAED-C252-9A5CF24E74F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76258" y="2971572"/>
                  <a:ext cx="225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2D9384-0261-7495-6563-0691378267C2}"/>
                    </a:ext>
                  </a:extLst>
                </p14:cNvPr>
                <p14:cNvContentPartPr/>
                <p14:nvPr/>
              </p14:nvContentPartPr>
              <p14:xfrm>
                <a:off x="5083818" y="3043212"/>
                <a:ext cx="200160" cy="41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2D9384-0261-7495-6563-0691378267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77698" y="3037092"/>
                  <a:ext cx="212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5E99852-A18F-F9B3-B1C9-86074F1855DD}"/>
                    </a:ext>
                  </a:extLst>
                </p14:cNvPr>
                <p14:cNvContentPartPr/>
                <p14:nvPr/>
              </p14:nvContentPartPr>
              <p14:xfrm>
                <a:off x="5416458" y="3014772"/>
                <a:ext cx="24120" cy="192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5E99852-A18F-F9B3-B1C9-86074F1855D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10338" y="3008652"/>
                  <a:ext cx="36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063C0E-3C98-2BB9-AEED-B3FD922C25BA}"/>
                    </a:ext>
                  </a:extLst>
                </p14:cNvPr>
                <p14:cNvContentPartPr/>
                <p14:nvPr/>
              </p14:nvContentPartPr>
              <p14:xfrm>
                <a:off x="5346258" y="2929812"/>
                <a:ext cx="156960" cy="39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063C0E-3C98-2BB9-AEED-B3FD922C25B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40138" y="2923692"/>
                  <a:ext cx="169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F1B5873-E721-6F5B-6188-9970F780139D}"/>
                    </a:ext>
                  </a:extLst>
                </p14:cNvPr>
                <p14:cNvContentPartPr/>
                <p14:nvPr/>
              </p14:nvContentPartPr>
              <p14:xfrm>
                <a:off x="5594658" y="2995692"/>
                <a:ext cx="188280" cy="19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F1B5873-E721-6F5B-6188-9970F78013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88538" y="2989572"/>
                  <a:ext cx="200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B920B2A-AFAE-876D-0C74-60A7AB969C5A}"/>
                    </a:ext>
                  </a:extLst>
                </p14:cNvPr>
                <p14:cNvContentPartPr/>
                <p14:nvPr/>
              </p14:nvContentPartPr>
              <p14:xfrm>
                <a:off x="5629578" y="3048972"/>
                <a:ext cx="143640" cy="40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B920B2A-AFAE-876D-0C74-60A7AB969C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23458" y="3042852"/>
                  <a:ext cx="15588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AC9751-9FD3-6031-6E43-6095A6AC65DF}"/>
              </a:ext>
            </a:extLst>
          </p:cNvPr>
          <p:cNvGrpSpPr/>
          <p:nvPr/>
        </p:nvGrpSpPr>
        <p:grpSpPr>
          <a:xfrm>
            <a:off x="4504218" y="721212"/>
            <a:ext cx="5323680" cy="2042640"/>
            <a:chOff x="4504218" y="721212"/>
            <a:chExt cx="5323680" cy="20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A7978C1-5951-404F-679D-67268A8FD259}"/>
                    </a:ext>
                  </a:extLst>
                </p14:cNvPr>
                <p14:cNvContentPartPr/>
                <p14:nvPr/>
              </p14:nvContentPartPr>
              <p14:xfrm>
                <a:off x="4504218" y="721212"/>
                <a:ext cx="1960560" cy="73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A7978C1-5951-404F-679D-67268A8FD2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98098" y="715092"/>
                  <a:ext cx="197280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1745C10-79C2-37E3-06C8-B43F95718340}"/>
                    </a:ext>
                  </a:extLst>
                </p14:cNvPr>
                <p14:cNvContentPartPr/>
                <p14:nvPr/>
              </p14:nvContentPartPr>
              <p14:xfrm>
                <a:off x="6287298" y="1284252"/>
                <a:ext cx="219600" cy="287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1745C10-79C2-37E3-06C8-B43F957183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81178" y="1278132"/>
                  <a:ext cx="2318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705BB2-2614-84F3-15FC-7C50715A214A}"/>
                    </a:ext>
                  </a:extLst>
                </p14:cNvPr>
                <p14:cNvContentPartPr/>
                <p14:nvPr/>
              </p14:nvContentPartPr>
              <p14:xfrm>
                <a:off x="6864018" y="1411692"/>
                <a:ext cx="138600" cy="208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705BB2-2614-84F3-15FC-7C50715A214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57898" y="1405572"/>
                  <a:ext cx="150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2949FB-B079-C13B-A4CE-C51033A5D97F}"/>
                    </a:ext>
                  </a:extLst>
                </p14:cNvPr>
                <p14:cNvContentPartPr/>
                <p14:nvPr/>
              </p14:nvContentPartPr>
              <p14:xfrm>
                <a:off x="7095498" y="1495572"/>
                <a:ext cx="30960" cy="166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2949FB-B079-C13B-A4CE-C51033A5D97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89378" y="1489452"/>
                  <a:ext cx="43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834BFE-67B4-10EA-8A6E-069F394A2D94}"/>
                    </a:ext>
                  </a:extLst>
                </p14:cNvPr>
                <p14:cNvContentPartPr/>
                <p14:nvPr/>
              </p14:nvContentPartPr>
              <p14:xfrm>
                <a:off x="7050138" y="1441212"/>
                <a:ext cx="230760" cy="17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834BFE-67B4-10EA-8A6E-069F394A2D9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44018" y="1435092"/>
                  <a:ext cx="243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855F52-F9EF-B727-4E7D-AA8B397AE408}"/>
                    </a:ext>
                  </a:extLst>
                </p14:cNvPr>
                <p14:cNvContentPartPr/>
                <p14:nvPr/>
              </p14:nvContentPartPr>
              <p14:xfrm>
                <a:off x="7316178" y="1474692"/>
                <a:ext cx="11268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855F52-F9EF-B727-4E7D-AA8B397AE4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10058" y="1468572"/>
                  <a:ext cx="124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54864BE-7A69-CA4D-4EE4-0460239DC34B}"/>
                    </a:ext>
                  </a:extLst>
                </p14:cNvPr>
                <p14:cNvContentPartPr/>
                <p14:nvPr/>
              </p14:nvContentPartPr>
              <p14:xfrm>
                <a:off x="7539018" y="1515012"/>
                <a:ext cx="42840" cy="152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54864BE-7A69-CA4D-4EE4-0460239DC3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32898" y="1508892"/>
                  <a:ext cx="55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1224F3-08E3-C85F-EC2F-40C77AAF7EF4}"/>
                    </a:ext>
                  </a:extLst>
                </p14:cNvPr>
                <p14:cNvContentPartPr/>
                <p14:nvPr/>
              </p14:nvContentPartPr>
              <p14:xfrm>
                <a:off x="7540818" y="1437252"/>
                <a:ext cx="297000" cy="258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1224F3-08E3-C85F-EC2F-40C77AAF7E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34698" y="1431132"/>
                  <a:ext cx="309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A0AC47F-D6A1-0BB9-A060-5653366C4327}"/>
                    </a:ext>
                  </a:extLst>
                </p14:cNvPr>
                <p14:cNvContentPartPr/>
                <p14:nvPr/>
              </p14:nvContentPartPr>
              <p14:xfrm>
                <a:off x="7905498" y="1486212"/>
                <a:ext cx="84240" cy="19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A0AC47F-D6A1-0BB9-A060-5653366C432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99378" y="1480092"/>
                  <a:ext cx="964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2747ED1-B14D-4626-90B7-FE0A30E96765}"/>
                    </a:ext>
                  </a:extLst>
                </p14:cNvPr>
                <p14:cNvContentPartPr/>
                <p14:nvPr/>
              </p14:nvContentPartPr>
              <p14:xfrm>
                <a:off x="7897218" y="1483332"/>
                <a:ext cx="86760" cy="68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2747ED1-B14D-4626-90B7-FE0A30E967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91098" y="1477212"/>
                  <a:ext cx="99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E054BB-3D77-E059-6B10-0F72045B6E63}"/>
                    </a:ext>
                  </a:extLst>
                </p14:cNvPr>
                <p14:cNvContentPartPr/>
                <p14:nvPr/>
              </p14:nvContentPartPr>
              <p14:xfrm>
                <a:off x="8423538" y="1510332"/>
                <a:ext cx="60120" cy="20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E054BB-3D77-E059-6B10-0F72045B6E6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17418" y="1504212"/>
                  <a:ext cx="72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8CE317-20D3-9D36-B04C-4673BD997C2B}"/>
                    </a:ext>
                  </a:extLst>
                </p14:cNvPr>
                <p14:cNvContentPartPr/>
                <p14:nvPr/>
              </p14:nvContentPartPr>
              <p14:xfrm>
                <a:off x="8359458" y="1426812"/>
                <a:ext cx="302040" cy="5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8CE317-20D3-9D36-B04C-4673BD997C2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53338" y="1420692"/>
                  <a:ext cx="314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420FE0-C4A0-6846-7F0A-F965E0E5002D}"/>
                    </a:ext>
                  </a:extLst>
                </p14:cNvPr>
                <p14:cNvContentPartPr/>
                <p14:nvPr/>
              </p14:nvContentPartPr>
              <p14:xfrm>
                <a:off x="8667978" y="1552452"/>
                <a:ext cx="126360" cy="141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420FE0-C4A0-6846-7F0A-F965E0E500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61858" y="1546332"/>
                  <a:ext cx="138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8E9D84D-1C6B-64DC-7452-5021D5156F07}"/>
                    </a:ext>
                  </a:extLst>
                </p14:cNvPr>
                <p14:cNvContentPartPr/>
                <p14:nvPr/>
              </p14:nvContentPartPr>
              <p14:xfrm>
                <a:off x="8676258" y="1472892"/>
                <a:ext cx="88200" cy="45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8E9D84D-1C6B-64DC-7452-5021D5156F0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70138" y="1466772"/>
                  <a:ext cx="100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56F49EE-2418-B056-92F6-BC8071C325A4}"/>
                    </a:ext>
                  </a:extLst>
                </p14:cNvPr>
                <p14:cNvContentPartPr/>
                <p14:nvPr/>
              </p14:nvContentPartPr>
              <p14:xfrm>
                <a:off x="8633058" y="1584132"/>
                <a:ext cx="195840" cy="29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56F49EE-2418-B056-92F6-BC8071C325A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26938" y="1578012"/>
                  <a:ext cx="208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BEF088C-C0EA-D16E-4A35-3ECA79BE357C}"/>
                    </a:ext>
                  </a:extLst>
                </p14:cNvPr>
                <p14:cNvContentPartPr/>
                <p14:nvPr/>
              </p14:nvContentPartPr>
              <p14:xfrm>
                <a:off x="8897658" y="1520772"/>
                <a:ext cx="145080" cy="188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BEF088C-C0EA-D16E-4A35-3ECA79BE357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91538" y="1514652"/>
                  <a:ext cx="157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2CF3E7A-3279-6681-2A88-7C7DE2D8D64E}"/>
                    </a:ext>
                  </a:extLst>
                </p14:cNvPr>
                <p14:cNvContentPartPr/>
                <p14:nvPr/>
              </p14:nvContentPartPr>
              <p14:xfrm>
                <a:off x="9072978" y="1529412"/>
                <a:ext cx="162000" cy="16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2CF3E7A-3279-6681-2A88-7C7DE2D8D64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66858" y="1523292"/>
                  <a:ext cx="174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92EABA-3A85-4B53-B514-C5DEFBBBD09C}"/>
                    </a:ext>
                  </a:extLst>
                </p14:cNvPr>
                <p14:cNvContentPartPr/>
                <p14:nvPr/>
              </p14:nvContentPartPr>
              <p14:xfrm>
                <a:off x="9272778" y="1551372"/>
                <a:ext cx="23760" cy="148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92EABA-3A85-4B53-B514-C5DEFBBBD0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66658" y="1545252"/>
                  <a:ext cx="36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5A82975-D5B0-876E-02AE-EA9926C117E7}"/>
                    </a:ext>
                  </a:extLst>
                </p14:cNvPr>
                <p14:cNvContentPartPr/>
                <p14:nvPr/>
              </p14:nvContentPartPr>
              <p14:xfrm>
                <a:off x="9393018" y="1578372"/>
                <a:ext cx="207720" cy="93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5A82975-D5B0-876E-02AE-EA9926C117E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86898" y="1572252"/>
                  <a:ext cx="219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689B30-41EC-B696-DF3F-F85A70019247}"/>
                    </a:ext>
                  </a:extLst>
                </p14:cNvPr>
                <p14:cNvContentPartPr/>
                <p14:nvPr/>
              </p14:nvContentPartPr>
              <p14:xfrm>
                <a:off x="9568338" y="1473252"/>
                <a:ext cx="50760" cy="223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689B30-41EC-B696-DF3F-F85A700192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62218" y="1467132"/>
                  <a:ext cx="63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1DC4871-1F9F-5386-9941-10BEC9F52C27}"/>
                    </a:ext>
                  </a:extLst>
                </p14:cNvPr>
                <p14:cNvContentPartPr/>
                <p14:nvPr/>
              </p14:nvContentPartPr>
              <p14:xfrm>
                <a:off x="9699738" y="1499892"/>
                <a:ext cx="128160" cy="310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1DC4871-1F9F-5386-9941-10BEC9F52C2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93618" y="1493772"/>
                  <a:ext cx="1404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03572B5-56EE-716E-2615-ED74C3E80157}"/>
                    </a:ext>
                  </a:extLst>
                </p14:cNvPr>
                <p14:cNvContentPartPr/>
                <p14:nvPr/>
              </p14:nvContentPartPr>
              <p14:xfrm>
                <a:off x="7332738" y="1828572"/>
                <a:ext cx="16560" cy="477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03572B5-56EE-716E-2615-ED74C3E801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26618" y="1822452"/>
                  <a:ext cx="2880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1FCAC26-D167-E890-B22F-404EC4453E93}"/>
                    </a:ext>
                  </a:extLst>
                </p14:cNvPr>
                <p14:cNvContentPartPr/>
                <p14:nvPr/>
              </p14:nvContentPartPr>
              <p14:xfrm>
                <a:off x="5341218" y="2217012"/>
                <a:ext cx="2022120" cy="88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1FCAC26-D167-E890-B22F-404EC4453E9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35098" y="2210892"/>
                  <a:ext cx="2034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501B6D-7D88-2722-FFEF-078B7317F422}"/>
                    </a:ext>
                  </a:extLst>
                </p14:cNvPr>
                <p14:cNvContentPartPr/>
                <p14:nvPr/>
              </p14:nvContentPartPr>
              <p14:xfrm>
                <a:off x="5285418" y="2214132"/>
                <a:ext cx="27360" cy="435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3501B6D-7D88-2722-FFEF-078B7317F42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79298" y="2208012"/>
                  <a:ext cx="396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FB5811-89D2-5086-B490-6684CA0AF9A2}"/>
                    </a:ext>
                  </a:extLst>
                </p14:cNvPr>
                <p14:cNvContentPartPr/>
                <p14:nvPr/>
              </p14:nvContentPartPr>
              <p14:xfrm>
                <a:off x="5132778" y="2516892"/>
                <a:ext cx="356760" cy="201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FB5811-89D2-5086-B490-6684CA0AF9A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26658" y="2510772"/>
                  <a:ext cx="369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3FFB943-3D7F-3AE3-75B6-C14AC14550E2}"/>
                    </a:ext>
                  </a:extLst>
                </p14:cNvPr>
                <p14:cNvContentPartPr/>
                <p14:nvPr/>
              </p14:nvContentPartPr>
              <p14:xfrm>
                <a:off x="7413378" y="2200812"/>
                <a:ext cx="2046240" cy="122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3FFB943-3D7F-3AE3-75B6-C14AC14550E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07258" y="2194692"/>
                  <a:ext cx="2058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02AB4F-53B9-791D-28B4-FBD8CD6388A8}"/>
                    </a:ext>
                  </a:extLst>
                </p14:cNvPr>
                <p14:cNvContentPartPr/>
                <p14:nvPr/>
              </p14:nvContentPartPr>
              <p14:xfrm>
                <a:off x="9485898" y="2227092"/>
                <a:ext cx="65160" cy="531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02AB4F-53B9-791D-28B4-FBD8CD6388A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79778" y="2220972"/>
                  <a:ext cx="774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5469BB-E044-27F9-12E3-0692D29C3FA1}"/>
                    </a:ext>
                  </a:extLst>
                </p14:cNvPr>
                <p14:cNvContentPartPr/>
                <p14:nvPr/>
              </p14:nvContentPartPr>
              <p14:xfrm>
                <a:off x="9372858" y="2627052"/>
                <a:ext cx="321840" cy="136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5469BB-E044-27F9-12E3-0692D29C3FA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66738" y="2620932"/>
                  <a:ext cx="3340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A8B4431-603D-628E-2626-2250A8A3EFFF}"/>
              </a:ext>
            </a:extLst>
          </p:cNvPr>
          <p:cNvGrpSpPr/>
          <p:nvPr/>
        </p:nvGrpSpPr>
        <p:grpSpPr>
          <a:xfrm>
            <a:off x="8968938" y="2905332"/>
            <a:ext cx="1455480" cy="365400"/>
            <a:chOff x="8968938" y="2905332"/>
            <a:chExt cx="145548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C15D331-E96B-92A7-31B9-3C30E1D49C04}"/>
                    </a:ext>
                  </a:extLst>
                </p14:cNvPr>
                <p14:cNvContentPartPr/>
                <p14:nvPr/>
              </p14:nvContentPartPr>
              <p14:xfrm>
                <a:off x="9067578" y="3025572"/>
                <a:ext cx="38520" cy="182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C15D331-E96B-92A7-31B9-3C30E1D49C0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61458" y="3019452"/>
                  <a:ext cx="50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29EA843-94F3-B87D-2DE8-AA185877EE3D}"/>
                    </a:ext>
                  </a:extLst>
                </p14:cNvPr>
                <p14:cNvContentPartPr/>
                <p14:nvPr/>
              </p14:nvContentPartPr>
              <p14:xfrm>
                <a:off x="8968938" y="2916132"/>
                <a:ext cx="209880" cy="354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29EA843-94F3-B87D-2DE8-AA185877EE3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62818" y="2910012"/>
                  <a:ext cx="2221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3027165-DF51-C448-7F4C-AB288D1C34B3}"/>
                    </a:ext>
                  </a:extLst>
                </p14:cNvPr>
                <p14:cNvContentPartPr/>
                <p14:nvPr/>
              </p14:nvContentPartPr>
              <p14:xfrm>
                <a:off x="9229578" y="3060492"/>
                <a:ext cx="97200" cy="122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3027165-DF51-C448-7F4C-AB288D1C34B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23458" y="3054372"/>
                  <a:ext cx="109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513884A-0B37-51C5-C550-C760F85BC809}"/>
                    </a:ext>
                  </a:extLst>
                </p14:cNvPr>
                <p14:cNvContentPartPr/>
                <p14:nvPr/>
              </p14:nvContentPartPr>
              <p14:xfrm>
                <a:off x="9423258" y="3053292"/>
                <a:ext cx="29520" cy="154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513884A-0B37-51C5-C550-C760F85BC80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17138" y="3047172"/>
                  <a:ext cx="41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DB32A83-9711-D4B2-3B12-FB3CBBD4440C}"/>
                    </a:ext>
                  </a:extLst>
                </p14:cNvPr>
                <p14:cNvContentPartPr/>
                <p14:nvPr/>
              </p14:nvContentPartPr>
              <p14:xfrm>
                <a:off x="9445218" y="3049692"/>
                <a:ext cx="259920" cy="201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DB32A83-9711-D4B2-3B12-FB3CBBD4440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39098" y="3043572"/>
                  <a:ext cx="272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371346D-1E05-E715-CD43-FF1BE0E4C413}"/>
                    </a:ext>
                  </a:extLst>
                </p14:cNvPr>
                <p14:cNvContentPartPr/>
                <p14:nvPr/>
              </p14:nvContentPartPr>
              <p14:xfrm>
                <a:off x="9769578" y="3020172"/>
                <a:ext cx="178560" cy="210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371346D-1E05-E715-CD43-FF1BE0E4C41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63458" y="3014052"/>
                  <a:ext cx="190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1ABEF64-C5BA-B29D-6F12-5E00E121AAF0}"/>
                    </a:ext>
                  </a:extLst>
                </p14:cNvPr>
                <p14:cNvContentPartPr/>
                <p14:nvPr/>
              </p14:nvContentPartPr>
              <p14:xfrm>
                <a:off x="9803778" y="3086772"/>
                <a:ext cx="159120" cy="35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1ABEF64-C5BA-B29D-6F12-5E00E121AAF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97658" y="3080652"/>
                  <a:ext cx="171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76D11DF-5A48-A759-AB4E-874B61A1DB3D}"/>
                    </a:ext>
                  </a:extLst>
                </p14:cNvPr>
                <p14:cNvContentPartPr/>
                <p14:nvPr/>
              </p14:nvContentPartPr>
              <p14:xfrm>
                <a:off x="10073778" y="3050412"/>
                <a:ext cx="27360" cy="21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76D11DF-5A48-A759-AB4E-874B61A1DB3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67658" y="3044292"/>
                  <a:ext cx="39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C3CE9C9-4138-3E6C-D550-B035232500DE}"/>
                    </a:ext>
                  </a:extLst>
                </p14:cNvPr>
                <p14:cNvContentPartPr/>
                <p14:nvPr/>
              </p14:nvContentPartPr>
              <p14:xfrm>
                <a:off x="10197258" y="3077772"/>
                <a:ext cx="216720" cy="122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C3CE9C9-4138-3E6C-D550-B035232500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91138" y="3071652"/>
                  <a:ext cx="228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852DF88-B8E4-9080-1159-2A297A962967}"/>
                    </a:ext>
                  </a:extLst>
                </p14:cNvPr>
                <p14:cNvContentPartPr/>
                <p14:nvPr/>
              </p14:nvContentPartPr>
              <p14:xfrm>
                <a:off x="10383018" y="2905332"/>
                <a:ext cx="41400" cy="326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852DF88-B8E4-9080-1159-2A297A9629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76898" y="2899212"/>
                  <a:ext cx="53640" cy="33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DE8677D-601A-020A-0979-31F99B9A6E1D}"/>
                  </a:ext>
                </a:extLst>
              </p14:cNvPr>
              <p14:cNvContentPartPr/>
              <p14:nvPr/>
            </p14:nvContentPartPr>
            <p14:xfrm>
              <a:off x="9270978" y="3428412"/>
              <a:ext cx="745920" cy="1036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DE8677D-601A-020A-0979-31F99B9A6E1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264858" y="3422292"/>
                <a:ext cx="7581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CAA619F-4242-3DD8-D909-C3B63104EC27}"/>
                  </a:ext>
                </a:extLst>
              </p14:cNvPr>
              <p14:cNvContentPartPr/>
              <p14:nvPr/>
            </p14:nvContentPartPr>
            <p14:xfrm>
              <a:off x="5209098" y="3410052"/>
              <a:ext cx="558000" cy="781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CAA619F-4242-3DD8-D909-C3B63104EC2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202978" y="3403932"/>
                <a:ext cx="5702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5BB7BB3-D36C-2C33-668C-E45656A65837}"/>
                  </a:ext>
                </a:extLst>
              </p14:cNvPr>
              <p14:cNvContentPartPr/>
              <p14:nvPr/>
            </p14:nvContentPartPr>
            <p14:xfrm>
              <a:off x="7886058" y="3964452"/>
              <a:ext cx="360" cy="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5BB7BB3-D36C-2C33-668C-E45656A6583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881738" y="396013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A4A6C45-9C65-2E7A-B9F1-40715B6C1758}"/>
              </a:ext>
            </a:extLst>
          </p:cNvPr>
          <p:cNvGrpSpPr/>
          <p:nvPr/>
        </p:nvGrpSpPr>
        <p:grpSpPr>
          <a:xfrm>
            <a:off x="608658" y="1045572"/>
            <a:ext cx="10754280" cy="4386240"/>
            <a:chOff x="608658" y="1045572"/>
            <a:chExt cx="10754280" cy="438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FCBE7E-8E7F-9CB9-058D-FE12128CE76C}"/>
                    </a:ext>
                  </a:extLst>
                </p14:cNvPr>
                <p14:cNvContentPartPr/>
                <p14:nvPr/>
              </p14:nvContentPartPr>
              <p14:xfrm>
                <a:off x="6662058" y="1045572"/>
                <a:ext cx="3404520" cy="216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FCBE7E-8E7F-9CB9-058D-FE12128CE7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57738" y="1041252"/>
                  <a:ext cx="34131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97D1550-306F-9361-A6B2-BC5BDFA51B81}"/>
                    </a:ext>
                  </a:extLst>
                </p14:cNvPr>
                <p14:cNvContentPartPr/>
                <p14:nvPr/>
              </p14:nvContentPartPr>
              <p14:xfrm>
                <a:off x="6615618" y="1319892"/>
                <a:ext cx="33480" cy="621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97D1550-306F-9361-A6B2-BC5BDFA51B8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11298" y="1315572"/>
                  <a:ext cx="421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8895CD-BEFF-1097-2C14-086A4E380333}"/>
                    </a:ext>
                  </a:extLst>
                </p14:cNvPr>
                <p14:cNvContentPartPr/>
                <p14:nvPr/>
              </p14:nvContentPartPr>
              <p14:xfrm>
                <a:off x="6666018" y="1799412"/>
                <a:ext cx="3403080" cy="195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8895CD-BEFF-1097-2C14-086A4E38033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61698" y="1795092"/>
                  <a:ext cx="3411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212F2F8-CDE2-A775-D233-4EFE5F84DAF0}"/>
                    </a:ext>
                  </a:extLst>
                </p14:cNvPr>
                <p14:cNvContentPartPr/>
                <p14:nvPr/>
              </p14:nvContentPartPr>
              <p14:xfrm>
                <a:off x="10050378" y="1147452"/>
                <a:ext cx="59400" cy="656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212F2F8-CDE2-A775-D233-4EFE5F84DAF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46058" y="1143132"/>
                  <a:ext cx="6804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6E638FF-93CF-4668-9CDF-882681EA78B7}"/>
                    </a:ext>
                  </a:extLst>
                </p14:cNvPr>
                <p14:cNvContentPartPr/>
                <p14:nvPr/>
              </p14:nvContentPartPr>
              <p14:xfrm>
                <a:off x="4227738" y="1574772"/>
                <a:ext cx="7135200" cy="3661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6E638FF-93CF-4668-9CDF-882681EA78B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23418" y="1570452"/>
                  <a:ext cx="7143840" cy="36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E77F511-CFB6-9FE2-6475-C258A2F84923}"/>
                    </a:ext>
                  </a:extLst>
                </p14:cNvPr>
                <p14:cNvContentPartPr/>
                <p14:nvPr/>
              </p14:nvContentPartPr>
              <p14:xfrm>
                <a:off x="4061058" y="5081172"/>
                <a:ext cx="387720" cy="350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77F511-CFB6-9FE2-6475-C258A2F8492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56738" y="5076852"/>
                  <a:ext cx="3963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84D00E2-FD41-E594-0AFE-4D19B0ACB14B}"/>
                    </a:ext>
                  </a:extLst>
                </p14:cNvPr>
                <p14:cNvContentPartPr/>
                <p14:nvPr/>
              </p14:nvContentPartPr>
              <p14:xfrm>
                <a:off x="659058" y="3948252"/>
                <a:ext cx="48960" cy="275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84D00E2-FD41-E594-0AFE-4D19B0ACB14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4738" y="3943932"/>
                  <a:ext cx="576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0E74F5-0525-BE7B-74F6-B70AFE80C466}"/>
                    </a:ext>
                  </a:extLst>
                </p14:cNvPr>
                <p14:cNvContentPartPr/>
                <p14:nvPr/>
              </p14:nvContentPartPr>
              <p14:xfrm>
                <a:off x="608658" y="3801732"/>
                <a:ext cx="258120" cy="340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0E74F5-0525-BE7B-74F6-B70AFE80C46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4338" y="3797412"/>
                  <a:ext cx="2667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6E6CA94-264A-4390-EA54-EE2FD3721D8A}"/>
                    </a:ext>
                  </a:extLst>
                </p14:cNvPr>
                <p14:cNvContentPartPr/>
                <p14:nvPr/>
              </p14:nvContentPartPr>
              <p14:xfrm>
                <a:off x="963618" y="3864372"/>
                <a:ext cx="253080" cy="173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6E6CA94-264A-4390-EA54-EE2FD3721D8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9298" y="3860052"/>
                  <a:ext cx="261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2954B0A-5C0D-BDD2-01D4-24C26787843E}"/>
                    </a:ext>
                  </a:extLst>
                </p14:cNvPr>
                <p14:cNvContentPartPr/>
                <p14:nvPr/>
              </p14:nvContentPartPr>
              <p14:xfrm>
                <a:off x="1224258" y="3730092"/>
                <a:ext cx="114480" cy="286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2954B0A-5C0D-BDD2-01D4-24C26787843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19938" y="3725772"/>
                  <a:ext cx="1231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75A2096-6A37-985A-4392-75DD3B430AC9}"/>
                    </a:ext>
                  </a:extLst>
                </p14:cNvPr>
                <p14:cNvContentPartPr/>
                <p14:nvPr/>
              </p14:nvContentPartPr>
              <p14:xfrm>
                <a:off x="1211658" y="3808572"/>
                <a:ext cx="148680" cy="91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75A2096-6A37-985A-4392-75DD3B430AC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07338" y="3804252"/>
                  <a:ext cx="157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323A20F-74C3-2EE4-6D0D-7D2819A8445D}"/>
                    </a:ext>
                  </a:extLst>
                </p14:cNvPr>
                <p14:cNvContentPartPr/>
                <p14:nvPr/>
              </p14:nvContentPartPr>
              <p14:xfrm>
                <a:off x="1760658" y="3784452"/>
                <a:ext cx="87120" cy="244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323A20F-74C3-2EE4-6D0D-7D2819A8445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56338" y="3780132"/>
                  <a:ext cx="95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F1C69B-3DE7-871C-72F0-7FDC3419088C}"/>
                    </a:ext>
                  </a:extLst>
                </p14:cNvPr>
                <p14:cNvContentPartPr/>
                <p14:nvPr/>
              </p14:nvContentPartPr>
              <p14:xfrm>
                <a:off x="1701978" y="3586812"/>
                <a:ext cx="187200" cy="193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F1C69B-3DE7-871C-72F0-7FDC3419088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97658" y="3582492"/>
                  <a:ext cx="195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DDEFD35-3FEF-1BBE-41F4-3431D1D53F0B}"/>
                    </a:ext>
                  </a:extLst>
                </p14:cNvPr>
                <p14:cNvContentPartPr/>
                <p14:nvPr/>
              </p14:nvContentPartPr>
              <p14:xfrm>
                <a:off x="1950378" y="3570252"/>
                <a:ext cx="99360" cy="109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DDEFD35-3FEF-1BBE-41F4-3431D1D53F0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946058" y="3565932"/>
                  <a:ext cx="108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87686E-DFD8-852A-F0FE-439957801733}"/>
                    </a:ext>
                  </a:extLst>
                </p14:cNvPr>
                <p14:cNvContentPartPr/>
                <p14:nvPr/>
              </p14:nvContentPartPr>
              <p14:xfrm>
                <a:off x="2087898" y="3542172"/>
                <a:ext cx="97560" cy="178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587686E-DFD8-852A-F0FE-43995780173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083578" y="3537852"/>
                  <a:ext cx="106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EE4FE8E-EE64-CD6C-51DF-5B4A3F45379B}"/>
                    </a:ext>
                  </a:extLst>
                </p14:cNvPr>
                <p14:cNvContentPartPr/>
                <p14:nvPr/>
              </p14:nvContentPartPr>
              <p14:xfrm>
                <a:off x="2190498" y="3465132"/>
                <a:ext cx="83880" cy="175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EE4FE8E-EE64-CD6C-51DF-5B4A3F45379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86178" y="3460812"/>
                  <a:ext cx="92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F2A1396-1120-6E71-055C-70DBC5063726}"/>
                    </a:ext>
                  </a:extLst>
                </p14:cNvPr>
                <p14:cNvContentPartPr/>
                <p14:nvPr/>
              </p14:nvContentPartPr>
              <p14:xfrm>
                <a:off x="2340618" y="3277212"/>
                <a:ext cx="66600" cy="303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F2A1396-1120-6E71-055C-70DBC506372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36298" y="3272892"/>
                  <a:ext cx="752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6918388-1E60-545E-0D98-8D8AA7570B06}"/>
                    </a:ext>
                  </a:extLst>
                </p14:cNvPr>
                <p14:cNvContentPartPr/>
                <p14:nvPr/>
              </p14:nvContentPartPr>
              <p14:xfrm>
                <a:off x="2467338" y="3257052"/>
                <a:ext cx="214920" cy="235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6918388-1E60-545E-0D98-8D8AA7570B0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63018" y="3252732"/>
                  <a:ext cx="223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7F09176-BDC1-3BC5-DC62-CC8415683722}"/>
                    </a:ext>
                  </a:extLst>
                </p14:cNvPr>
                <p14:cNvContentPartPr/>
                <p14:nvPr/>
              </p14:nvContentPartPr>
              <p14:xfrm>
                <a:off x="2661738" y="3154452"/>
                <a:ext cx="135360" cy="244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7F09176-BDC1-3BC5-DC62-CC841568372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57418" y="3150132"/>
                  <a:ext cx="1440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4B47807-B3A2-009E-3F5B-B15D5D672184}"/>
                    </a:ext>
                  </a:extLst>
                </p14:cNvPr>
                <p14:cNvContentPartPr/>
                <p14:nvPr/>
              </p14:nvContentPartPr>
              <p14:xfrm>
                <a:off x="2792778" y="3219252"/>
                <a:ext cx="252720" cy="147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4B47807-B3A2-009E-3F5B-B15D5D67218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88458" y="3214932"/>
                  <a:ext cx="261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1F9DBA9-B774-8C61-B956-F49935E79BCB}"/>
                    </a:ext>
                  </a:extLst>
                </p14:cNvPr>
                <p14:cNvContentPartPr/>
                <p14:nvPr/>
              </p14:nvContentPartPr>
              <p14:xfrm>
                <a:off x="1254138" y="4660332"/>
                <a:ext cx="83160" cy="169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1F9DBA9-B774-8C61-B956-F49935E79BC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49818" y="4656012"/>
                  <a:ext cx="91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630D576-02BD-4FFB-CD19-2670F18F1CBF}"/>
                    </a:ext>
                  </a:extLst>
                </p14:cNvPr>
                <p14:cNvContentPartPr/>
                <p14:nvPr/>
              </p14:nvContentPartPr>
              <p14:xfrm>
                <a:off x="1200858" y="4498332"/>
                <a:ext cx="285480" cy="321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630D576-02BD-4FFB-CD19-2670F18F1CB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96538" y="4494012"/>
                  <a:ext cx="2941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ED9F888-6600-BEDE-C256-1765B2DB37C1}"/>
                    </a:ext>
                  </a:extLst>
                </p14:cNvPr>
                <p14:cNvContentPartPr/>
                <p14:nvPr/>
              </p14:nvContentPartPr>
              <p14:xfrm>
                <a:off x="1500018" y="4506612"/>
                <a:ext cx="109080" cy="150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ED9F888-6600-BEDE-C256-1765B2DB37C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95698" y="4502292"/>
                  <a:ext cx="117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5199A19-BCE1-BD69-7FAF-64A4621B603E}"/>
                    </a:ext>
                  </a:extLst>
                </p14:cNvPr>
                <p14:cNvContentPartPr/>
                <p14:nvPr/>
              </p14:nvContentPartPr>
              <p14:xfrm>
                <a:off x="1611258" y="4471692"/>
                <a:ext cx="111240" cy="150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5199A19-BCE1-BD69-7FAF-64A4621B60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06938" y="4467372"/>
                  <a:ext cx="119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BB406AE-9821-D7FC-76F1-25E867FB7043}"/>
                    </a:ext>
                  </a:extLst>
                </p14:cNvPr>
                <p14:cNvContentPartPr/>
                <p14:nvPr/>
              </p14:nvContentPartPr>
              <p14:xfrm>
                <a:off x="1774338" y="4445412"/>
                <a:ext cx="64440" cy="109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BB406AE-9821-D7FC-76F1-25E867FB704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770018" y="4441092"/>
                  <a:ext cx="73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9C7DEE-B1AA-2768-BCB8-08E53E2B69A3}"/>
                    </a:ext>
                  </a:extLst>
                </p14:cNvPr>
                <p14:cNvContentPartPr/>
                <p14:nvPr/>
              </p14:nvContentPartPr>
              <p14:xfrm>
                <a:off x="1740858" y="4339572"/>
                <a:ext cx="4680" cy="1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9C7DEE-B1AA-2768-BCB8-08E53E2B69A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36538" y="4335252"/>
                  <a:ext cx="133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F80BD92-F937-8402-719D-766BC5DD2BFD}"/>
                    </a:ext>
                  </a:extLst>
                </p14:cNvPr>
                <p14:cNvContentPartPr/>
                <p14:nvPr/>
              </p14:nvContentPartPr>
              <p14:xfrm>
                <a:off x="1889178" y="4342452"/>
                <a:ext cx="204120" cy="165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F80BD92-F937-8402-719D-766BC5DD2B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84858" y="4338132"/>
                  <a:ext cx="212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091CBF2-6DF5-7643-E1E8-CE0FF115FC72}"/>
                    </a:ext>
                  </a:extLst>
                </p14:cNvPr>
                <p14:cNvContentPartPr/>
                <p14:nvPr/>
              </p14:nvContentPartPr>
              <p14:xfrm>
                <a:off x="2077458" y="4254972"/>
                <a:ext cx="152280" cy="115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091CBF2-6DF5-7643-E1E8-CE0FF115FC7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3138" y="4250652"/>
                  <a:ext cx="160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9463B08-2737-3152-5091-C78AE0681B85}"/>
                    </a:ext>
                  </a:extLst>
                </p14:cNvPr>
                <p14:cNvContentPartPr/>
                <p14:nvPr/>
              </p14:nvContentPartPr>
              <p14:xfrm>
                <a:off x="2191938" y="4193772"/>
                <a:ext cx="106560" cy="153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9463B08-2737-3152-5091-C78AE0681B8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87618" y="4189452"/>
                  <a:ext cx="115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3A741D-7E15-C7A6-5F67-C8704336966B}"/>
                    </a:ext>
                  </a:extLst>
                </p14:cNvPr>
                <p14:cNvContentPartPr/>
                <p14:nvPr/>
              </p14:nvContentPartPr>
              <p14:xfrm>
                <a:off x="2334138" y="4131492"/>
                <a:ext cx="100800" cy="178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3A741D-7E15-C7A6-5F67-C8704336966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29818" y="4127172"/>
                  <a:ext cx="109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D2004CE-6682-C0D5-40FE-881B61592EE3}"/>
                    </a:ext>
                  </a:extLst>
                </p14:cNvPr>
                <p14:cNvContentPartPr/>
                <p14:nvPr/>
              </p14:nvContentPartPr>
              <p14:xfrm>
                <a:off x="2753898" y="3759252"/>
                <a:ext cx="223560" cy="289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D2004CE-6682-C0D5-40FE-881B61592EE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49578" y="3754932"/>
                  <a:ext cx="232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835C16F-9B6F-2C25-8D4E-5C0CEEA0BC78}"/>
                    </a:ext>
                  </a:extLst>
                </p14:cNvPr>
                <p14:cNvContentPartPr/>
                <p14:nvPr/>
              </p14:nvContentPartPr>
              <p14:xfrm>
                <a:off x="2954778" y="3781932"/>
                <a:ext cx="210960" cy="140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835C16F-9B6F-2C25-8D4E-5C0CEEA0BC7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50458" y="3777612"/>
                  <a:ext cx="219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E68E6A-2691-B4C5-D4A2-F921C54209FF}"/>
                    </a:ext>
                  </a:extLst>
                </p14:cNvPr>
                <p14:cNvContentPartPr/>
                <p14:nvPr/>
              </p14:nvContentPartPr>
              <p14:xfrm>
                <a:off x="3119298" y="3717492"/>
                <a:ext cx="149760" cy="132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E68E6A-2691-B4C5-D4A2-F921C54209F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114978" y="3713172"/>
                  <a:ext cx="158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6CFCF77-B51C-B7E8-E9D2-5FA1116443A4}"/>
                    </a:ext>
                  </a:extLst>
                </p14:cNvPr>
                <p14:cNvContentPartPr/>
                <p14:nvPr/>
              </p14:nvContentPartPr>
              <p14:xfrm>
                <a:off x="3269418" y="3657012"/>
                <a:ext cx="48960" cy="129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6CFCF77-B51C-B7E8-E9D2-5FA1116443A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265098" y="3652692"/>
                  <a:ext cx="576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BB9B7C1-5969-BCB9-8C0A-EF861FB9B9F1}"/>
                    </a:ext>
                  </a:extLst>
                </p14:cNvPr>
                <p14:cNvContentPartPr/>
                <p14:nvPr/>
              </p14:nvContentPartPr>
              <p14:xfrm>
                <a:off x="3244218" y="3529572"/>
                <a:ext cx="5400" cy="20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BB9B7C1-5969-BCB9-8C0A-EF861FB9B9F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39898" y="3525252"/>
                  <a:ext cx="14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B156E91-F3CF-CEC7-DE9E-07EB7DF9FCF2}"/>
                    </a:ext>
                  </a:extLst>
                </p14:cNvPr>
                <p14:cNvContentPartPr/>
                <p14:nvPr/>
              </p14:nvContentPartPr>
              <p14:xfrm>
                <a:off x="3336018" y="3590052"/>
                <a:ext cx="209880" cy="197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B156E91-F3CF-CEC7-DE9E-07EB7DF9FCF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31698" y="3585732"/>
                  <a:ext cx="218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F9C376C-052F-C081-906B-0C7795DCE884}"/>
                    </a:ext>
                  </a:extLst>
                </p14:cNvPr>
                <p14:cNvContentPartPr/>
                <p14:nvPr/>
              </p14:nvContentPartPr>
              <p14:xfrm>
                <a:off x="3470298" y="3457932"/>
                <a:ext cx="12240" cy="4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F9C376C-052F-C081-906B-0C7795DCE88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465978" y="3453612"/>
                  <a:ext cx="2088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74F8173-E8FD-13ED-96AB-030E37B4D24B}"/>
                    </a:ext>
                  </a:extLst>
                </p14:cNvPr>
                <p14:cNvContentPartPr/>
                <p14:nvPr/>
              </p14:nvContentPartPr>
              <p14:xfrm>
                <a:off x="3539058" y="3500412"/>
                <a:ext cx="100440" cy="107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74F8173-E8FD-13ED-96AB-030E37B4D24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34738" y="3496092"/>
                  <a:ext cx="109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FC89E0-2A91-0426-A00A-6B8EF2F57756}"/>
                    </a:ext>
                  </a:extLst>
                </p14:cNvPr>
                <p14:cNvContentPartPr/>
                <p14:nvPr/>
              </p14:nvContentPartPr>
              <p14:xfrm>
                <a:off x="3703218" y="3274332"/>
                <a:ext cx="306360" cy="262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FC89E0-2A91-0426-A00A-6B8EF2F5775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98898" y="3270012"/>
                  <a:ext cx="31500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BA2831E-10C6-FD67-7BB0-5C1096CDCF3E}"/>
              </a:ext>
            </a:extLst>
          </p:cNvPr>
          <p:cNvGrpSpPr/>
          <p:nvPr/>
        </p:nvGrpSpPr>
        <p:grpSpPr>
          <a:xfrm>
            <a:off x="1571658" y="5208612"/>
            <a:ext cx="322560" cy="294840"/>
            <a:chOff x="1571658" y="5208612"/>
            <a:chExt cx="3225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BF5FEBC-C23F-A07F-EA5C-BEA6DAF77EC3}"/>
                    </a:ext>
                  </a:extLst>
                </p14:cNvPr>
                <p14:cNvContentPartPr/>
                <p14:nvPr/>
              </p14:nvContentPartPr>
              <p14:xfrm>
                <a:off x="1590378" y="5340732"/>
                <a:ext cx="92880" cy="162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BF5FEBC-C23F-A07F-EA5C-BEA6DAF77EC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86058" y="5336412"/>
                  <a:ext cx="101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73E6B2C-85F8-94B1-8639-4071C99B29FC}"/>
                    </a:ext>
                  </a:extLst>
                </p14:cNvPr>
                <p14:cNvContentPartPr/>
                <p14:nvPr/>
              </p14:nvContentPartPr>
              <p14:xfrm>
                <a:off x="1571658" y="5208612"/>
                <a:ext cx="9360" cy="8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73E6B2C-85F8-94B1-8639-4071C99B29F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67338" y="5204292"/>
                  <a:ext cx="180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D7ED14-C96D-9008-A9E2-57EF68DEFA31}"/>
                    </a:ext>
                  </a:extLst>
                </p14:cNvPr>
                <p14:cNvContentPartPr/>
                <p14:nvPr/>
              </p14:nvContentPartPr>
              <p14:xfrm>
                <a:off x="1691538" y="5305452"/>
                <a:ext cx="202680" cy="173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D7ED14-C96D-9008-A9E2-57EF68DEFA3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87218" y="5301132"/>
                  <a:ext cx="21132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BA0E9C0-395A-0D43-A99C-84BE8FCAEC31}"/>
              </a:ext>
            </a:extLst>
          </p:cNvPr>
          <p:cNvGrpSpPr/>
          <p:nvPr/>
        </p:nvGrpSpPr>
        <p:grpSpPr>
          <a:xfrm>
            <a:off x="2255658" y="4650972"/>
            <a:ext cx="687600" cy="546480"/>
            <a:chOff x="2255658" y="4650972"/>
            <a:chExt cx="687600" cy="5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9FCE4F6-3DFC-89B5-E270-7838F3960FD7}"/>
                    </a:ext>
                  </a:extLst>
                </p14:cNvPr>
                <p14:cNvContentPartPr/>
                <p14:nvPr/>
              </p14:nvContentPartPr>
              <p14:xfrm>
                <a:off x="2255658" y="4882452"/>
                <a:ext cx="417960" cy="315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9FCE4F6-3DFC-89B5-E270-7838F3960FD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251338" y="4878132"/>
                  <a:ext cx="426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C64706-3E86-B886-DAE2-C989FBD2C7DB}"/>
                    </a:ext>
                  </a:extLst>
                </p14:cNvPr>
                <p14:cNvContentPartPr/>
                <p14:nvPr/>
              </p14:nvContentPartPr>
              <p14:xfrm>
                <a:off x="2629338" y="4919892"/>
                <a:ext cx="135720" cy="111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C64706-3E86-B886-DAE2-C989FBD2C7D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5018" y="4915572"/>
                  <a:ext cx="144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00FA598-A60A-5C6A-418A-2C9B4E7D9714}"/>
                    </a:ext>
                  </a:extLst>
                </p14:cNvPr>
                <p14:cNvContentPartPr/>
                <p14:nvPr/>
              </p14:nvContentPartPr>
              <p14:xfrm>
                <a:off x="2732298" y="4868412"/>
                <a:ext cx="104040" cy="136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00FA598-A60A-5C6A-418A-2C9B4E7D971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27978" y="4864092"/>
                  <a:ext cx="112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25116DA-E1D9-4C35-1968-1DE4198C5670}"/>
                    </a:ext>
                  </a:extLst>
                </p14:cNvPr>
                <p14:cNvContentPartPr/>
                <p14:nvPr/>
              </p14:nvContentPartPr>
              <p14:xfrm>
                <a:off x="2828778" y="4650972"/>
                <a:ext cx="114480" cy="245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25116DA-E1D9-4C35-1968-1DE4198C567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824458" y="4646652"/>
                  <a:ext cx="123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D00E532-8808-B42C-140A-7AD8D0C2C546}"/>
                    </a:ext>
                  </a:extLst>
                </p14:cNvPr>
                <p14:cNvContentPartPr/>
                <p14:nvPr/>
              </p14:nvContentPartPr>
              <p14:xfrm>
                <a:off x="2822298" y="4721892"/>
                <a:ext cx="94320" cy="78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D00E532-8808-B42C-140A-7AD8D0C2C54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817978" y="4717572"/>
                  <a:ext cx="102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10330FC-9E63-3D33-C8B7-AFCA89A85867}"/>
              </a:ext>
            </a:extLst>
          </p:cNvPr>
          <p:cNvGrpSpPr/>
          <p:nvPr/>
        </p:nvGrpSpPr>
        <p:grpSpPr>
          <a:xfrm>
            <a:off x="3270138" y="4069212"/>
            <a:ext cx="933840" cy="814680"/>
            <a:chOff x="3270138" y="4069212"/>
            <a:chExt cx="933840" cy="81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24F6EC0-2A5B-3206-035F-BC17987485DE}"/>
                    </a:ext>
                  </a:extLst>
                </p14:cNvPr>
                <p14:cNvContentPartPr/>
                <p14:nvPr/>
              </p14:nvContentPartPr>
              <p14:xfrm>
                <a:off x="3310458" y="4606692"/>
                <a:ext cx="120240" cy="277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24F6EC0-2A5B-3206-035F-BC17987485D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306138" y="4602372"/>
                  <a:ext cx="128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ADDE0DB-8133-D08D-81DF-5CF99D1D0155}"/>
                    </a:ext>
                  </a:extLst>
                </p14:cNvPr>
                <p14:cNvContentPartPr/>
                <p14:nvPr/>
              </p14:nvContentPartPr>
              <p14:xfrm>
                <a:off x="3270138" y="4522092"/>
                <a:ext cx="120240" cy="150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ADDE0DB-8133-D08D-81DF-5CF99D1D015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265818" y="4517772"/>
                  <a:ext cx="128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3287FC-0357-4E10-15DF-3C9249FE22A1}"/>
                    </a:ext>
                  </a:extLst>
                </p14:cNvPr>
                <p14:cNvContentPartPr/>
                <p14:nvPr/>
              </p14:nvContentPartPr>
              <p14:xfrm>
                <a:off x="3416658" y="4449732"/>
                <a:ext cx="72000" cy="83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3287FC-0357-4E10-15DF-3C9249FE22A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412338" y="4445412"/>
                  <a:ext cx="80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A00402-5674-F73E-6023-8D8E01520FE1}"/>
                    </a:ext>
                  </a:extLst>
                </p14:cNvPr>
                <p14:cNvContentPartPr/>
                <p14:nvPr/>
              </p14:nvContentPartPr>
              <p14:xfrm>
                <a:off x="3551658" y="4387092"/>
                <a:ext cx="77400" cy="1836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A00402-5674-F73E-6023-8D8E01520FE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547338" y="4382772"/>
                  <a:ext cx="86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2BB5AEB-39A4-573F-BB89-4044AD7262DB}"/>
                    </a:ext>
                  </a:extLst>
                </p14:cNvPr>
                <p14:cNvContentPartPr/>
                <p14:nvPr/>
              </p14:nvContentPartPr>
              <p14:xfrm>
                <a:off x="3657858" y="4332012"/>
                <a:ext cx="94320" cy="189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2BB5AEB-39A4-573F-BB89-4044AD7262D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653538" y="4327692"/>
                  <a:ext cx="102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261FB5A-0AF3-C70E-C5E1-621D9EF340AC}"/>
                    </a:ext>
                  </a:extLst>
                </p14:cNvPr>
                <p14:cNvContentPartPr/>
                <p14:nvPr/>
              </p14:nvContentPartPr>
              <p14:xfrm>
                <a:off x="3764058" y="4351092"/>
                <a:ext cx="60120" cy="114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261FB5A-0AF3-C70E-C5E1-621D9EF340A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59738" y="4346772"/>
                  <a:ext cx="68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E98BE9B-E02F-B2F5-958E-417F1117F4E4}"/>
                    </a:ext>
                  </a:extLst>
                </p14:cNvPr>
                <p14:cNvContentPartPr/>
                <p14:nvPr/>
              </p14:nvContentPartPr>
              <p14:xfrm>
                <a:off x="3711858" y="4238772"/>
                <a:ext cx="7920" cy="7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E98BE9B-E02F-B2F5-958E-417F1117F4E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07538" y="4234452"/>
                  <a:ext cx="165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C37C3FF-7E48-C074-35AB-5376BA941B46}"/>
                    </a:ext>
                  </a:extLst>
                </p14:cNvPr>
                <p14:cNvContentPartPr/>
                <p14:nvPr/>
              </p14:nvContentPartPr>
              <p14:xfrm>
                <a:off x="3794298" y="4171092"/>
                <a:ext cx="167040" cy="234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C37C3FF-7E48-C074-35AB-5376BA941B4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789978" y="4166772"/>
                  <a:ext cx="175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D7683FA-0D03-AAA2-9766-EE6466AE41D9}"/>
                    </a:ext>
                  </a:extLst>
                </p14:cNvPr>
                <p14:cNvContentPartPr/>
                <p14:nvPr/>
              </p14:nvContentPartPr>
              <p14:xfrm>
                <a:off x="3937578" y="4069212"/>
                <a:ext cx="115920" cy="221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D7683FA-0D03-AAA2-9766-EE6466AE41D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33258" y="4064892"/>
                  <a:ext cx="124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B3B3541-4CD4-A0FC-2C9E-716BC7AF0D90}"/>
                    </a:ext>
                  </a:extLst>
                </p14:cNvPr>
                <p14:cNvContentPartPr/>
                <p14:nvPr/>
              </p14:nvContentPartPr>
              <p14:xfrm>
                <a:off x="4021458" y="4112412"/>
                <a:ext cx="182520" cy="141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B3B3541-4CD4-A0FC-2C9E-716BC7AF0D9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17138" y="4108092"/>
                  <a:ext cx="19116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527590D-8F1B-8352-539C-A8B7D19234F2}"/>
              </a:ext>
            </a:extLst>
          </p:cNvPr>
          <p:cNvGrpSpPr/>
          <p:nvPr/>
        </p:nvGrpSpPr>
        <p:grpSpPr>
          <a:xfrm>
            <a:off x="2380218" y="5498412"/>
            <a:ext cx="887400" cy="830520"/>
            <a:chOff x="2380218" y="5498412"/>
            <a:chExt cx="887400" cy="83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D4469BC-A24D-2A4B-DFE6-CCF0A1FE43C8}"/>
                    </a:ext>
                  </a:extLst>
                </p14:cNvPr>
                <p14:cNvContentPartPr/>
                <p14:nvPr/>
              </p14:nvContentPartPr>
              <p14:xfrm>
                <a:off x="2380218" y="5627292"/>
                <a:ext cx="244440" cy="333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D4469BC-A24D-2A4B-DFE6-CCF0A1FE43C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375898" y="5622972"/>
                  <a:ext cx="2530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E120F0C-06F6-2CCF-61E4-D899765A0C57}"/>
                    </a:ext>
                  </a:extLst>
                </p14:cNvPr>
                <p14:cNvContentPartPr/>
                <p14:nvPr/>
              </p14:nvContentPartPr>
              <p14:xfrm>
                <a:off x="2438178" y="5754732"/>
                <a:ext cx="107640" cy="101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E120F0C-06F6-2CCF-61E4-D899765A0C5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433858" y="5750412"/>
                  <a:ext cx="116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5D1DC5-99FB-B51C-AC16-BB316FA42EEA}"/>
                    </a:ext>
                  </a:extLst>
                </p14:cNvPr>
                <p14:cNvContentPartPr/>
                <p14:nvPr/>
              </p14:nvContentPartPr>
              <p14:xfrm>
                <a:off x="2637978" y="5606412"/>
                <a:ext cx="59400" cy="232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5D1DC5-99FB-B51C-AC16-BB316FA42EE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633658" y="5602092"/>
                  <a:ext cx="68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6031589-5919-BE80-B5EE-C5B660845865}"/>
                    </a:ext>
                  </a:extLst>
                </p14:cNvPr>
                <p14:cNvContentPartPr/>
                <p14:nvPr/>
              </p14:nvContentPartPr>
              <p14:xfrm>
                <a:off x="2752818" y="5580492"/>
                <a:ext cx="234720" cy="218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6031589-5919-BE80-B5EE-C5B66084586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748498" y="5576172"/>
                  <a:ext cx="243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8167B88-5E0B-F2E7-0BD5-692EAADD0D4D}"/>
                    </a:ext>
                  </a:extLst>
                </p14:cNvPr>
                <p14:cNvContentPartPr/>
                <p14:nvPr/>
              </p14:nvContentPartPr>
              <p14:xfrm>
                <a:off x="2975658" y="5498412"/>
                <a:ext cx="158400" cy="134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8167B88-5E0B-F2E7-0BD5-692EAADD0D4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71338" y="5494092"/>
                  <a:ext cx="167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3789583-F755-B3B1-1B4D-16FA0460F345}"/>
                    </a:ext>
                  </a:extLst>
                </p14:cNvPr>
                <p14:cNvContentPartPr/>
                <p14:nvPr/>
              </p14:nvContentPartPr>
              <p14:xfrm>
                <a:off x="3257538" y="5581572"/>
                <a:ext cx="10080" cy="15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3789583-F755-B3B1-1B4D-16FA0460F34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53218" y="5577252"/>
                  <a:ext cx="18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769FE34-EF2E-BF59-8864-1C31CE383B25}"/>
                    </a:ext>
                  </a:extLst>
                </p14:cNvPr>
                <p14:cNvContentPartPr/>
                <p14:nvPr/>
              </p14:nvContentPartPr>
              <p14:xfrm>
                <a:off x="2714298" y="5927892"/>
                <a:ext cx="381240" cy="300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769FE34-EF2E-BF59-8864-1C31CE383B2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09978" y="5923572"/>
                  <a:ext cx="389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31EC581-EC56-5452-CAF9-9140F1D1DD39}"/>
                    </a:ext>
                  </a:extLst>
                </p14:cNvPr>
                <p14:cNvContentPartPr/>
                <p14:nvPr/>
              </p14:nvContentPartPr>
              <p14:xfrm>
                <a:off x="2754258" y="5926092"/>
                <a:ext cx="438120" cy="402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31EC581-EC56-5452-CAF9-9140F1D1DD3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749938" y="5921772"/>
                  <a:ext cx="446760" cy="41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698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FC8768-8628-D281-2643-319358654B7D}"/>
                  </a:ext>
                </a:extLst>
              </p14:cNvPr>
              <p14:cNvContentPartPr/>
              <p14:nvPr/>
            </p14:nvContentPartPr>
            <p14:xfrm>
              <a:off x="1352418" y="171769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FC8768-8628-D281-2643-319358654B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6298" y="1711572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526D7AB-408B-F541-4B1C-0CDFB896CF78}"/>
              </a:ext>
            </a:extLst>
          </p:cNvPr>
          <p:cNvGrpSpPr/>
          <p:nvPr/>
        </p:nvGrpSpPr>
        <p:grpSpPr>
          <a:xfrm>
            <a:off x="542778" y="390732"/>
            <a:ext cx="634680" cy="265680"/>
            <a:chOff x="542778" y="390732"/>
            <a:chExt cx="63468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A23842-4ADB-7962-2FB8-E3E13DA3B809}"/>
                    </a:ext>
                  </a:extLst>
                </p14:cNvPr>
                <p14:cNvContentPartPr/>
                <p14:nvPr/>
              </p14:nvContentPartPr>
              <p14:xfrm>
                <a:off x="542778" y="427812"/>
                <a:ext cx="133920" cy="228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A23842-4ADB-7962-2FB8-E3E13DA3B8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6658" y="421692"/>
                  <a:ext cx="1461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6B6055-B6A7-D397-7A63-E8429F0C465C}"/>
                    </a:ext>
                  </a:extLst>
                </p14:cNvPr>
                <p14:cNvContentPartPr/>
                <p14:nvPr/>
              </p14:nvContentPartPr>
              <p14:xfrm>
                <a:off x="554658" y="500892"/>
                <a:ext cx="117360" cy="36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6B6055-B6A7-D397-7A63-E8429F0C46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8538" y="494772"/>
                  <a:ext cx="129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4717D8C-C389-9EF0-084D-8EAFA886C170}"/>
                    </a:ext>
                  </a:extLst>
                </p14:cNvPr>
                <p14:cNvContentPartPr/>
                <p14:nvPr/>
              </p14:nvContentPartPr>
              <p14:xfrm>
                <a:off x="811698" y="451212"/>
                <a:ext cx="6480" cy="14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4717D8C-C389-9EF0-084D-8EAFA886C1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5578" y="445092"/>
                  <a:ext cx="18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C4ED18-6B17-0827-2B76-6C68ED8AC524}"/>
                    </a:ext>
                  </a:extLst>
                </p14:cNvPr>
                <p14:cNvContentPartPr/>
                <p14:nvPr/>
              </p14:nvContentPartPr>
              <p14:xfrm>
                <a:off x="794778" y="390732"/>
                <a:ext cx="164520" cy="262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C4ED18-6B17-0827-2B76-6C68ED8AC5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8658" y="384612"/>
                  <a:ext cx="1767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F0996F-5B0B-6813-528C-6E1E312028D7}"/>
                    </a:ext>
                  </a:extLst>
                </p14:cNvPr>
                <p14:cNvContentPartPr/>
                <p14:nvPr/>
              </p14:nvContentPartPr>
              <p14:xfrm>
                <a:off x="1028058" y="405132"/>
                <a:ext cx="149400" cy="210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F0996F-5B0B-6813-528C-6E1E312028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1938" y="399012"/>
                  <a:ext cx="16164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F2A70D-6EF3-ADCE-FD47-7AB7029E4501}"/>
              </a:ext>
            </a:extLst>
          </p:cNvPr>
          <p:cNvGrpSpPr/>
          <p:nvPr/>
        </p:nvGrpSpPr>
        <p:grpSpPr>
          <a:xfrm>
            <a:off x="1532058" y="297132"/>
            <a:ext cx="663480" cy="440280"/>
            <a:chOff x="1532058" y="297132"/>
            <a:chExt cx="663480" cy="4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C8267B-B1CF-176D-138D-E6E39A575EAC}"/>
                    </a:ext>
                  </a:extLst>
                </p14:cNvPr>
                <p14:cNvContentPartPr/>
                <p14:nvPr/>
              </p14:nvContentPartPr>
              <p14:xfrm>
                <a:off x="1555818" y="461292"/>
                <a:ext cx="10800" cy="276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C8267B-B1CF-176D-138D-E6E39A575E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49698" y="455172"/>
                  <a:ext cx="23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1B6956-51E0-5621-0C66-3205632C2F8D}"/>
                    </a:ext>
                  </a:extLst>
                </p14:cNvPr>
                <p14:cNvContentPartPr/>
                <p14:nvPr/>
              </p14:nvContentPartPr>
              <p14:xfrm>
                <a:off x="1532058" y="395772"/>
                <a:ext cx="122400" cy="164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1B6956-51E0-5621-0C66-3205632C2F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25938" y="389652"/>
                  <a:ext cx="134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B75911-5DE1-1D18-F2FA-93951341B461}"/>
                    </a:ext>
                  </a:extLst>
                </p14:cNvPr>
                <p14:cNvContentPartPr/>
                <p14:nvPr/>
              </p14:nvContentPartPr>
              <p14:xfrm>
                <a:off x="1724658" y="338892"/>
                <a:ext cx="118800" cy="19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B75911-5DE1-1D18-F2FA-93951341B46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18538" y="332772"/>
                  <a:ext cx="1310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F8FF8C-6A01-CA26-2C52-D9ABB2B2F376}"/>
                    </a:ext>
                  </a:extLst>
                </p14:cNvPr>
                <p14:cNvContentPartPr/>
                <p14:nvPr/>
              </p14:nvContentPartPr>
              <p14:xfrm>
                <a:off x="1958298" y="297132"/>
                <a:ext cx="70200" cy="295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F8FF8C-6A01-CA26-2C52-D9ABB2B2F3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52178" y="291012"/>
                  <a:ext cx="82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516D93-45E2-D179-AFD4-4C89F22D0BBF}"/>
                    </a:ext>
                  </a:extLst>
                </p14:cNvPr>
                <p14:cNvContentPartPr/>
                <p14:nvPr/>
              </p14:nvContentPartPr>
              <p14:xfrm>
                <a:off x="1911858" y="439332"/>
                <a:ext cx="283680" cy="61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516D93-45E2-D179-AFD4-4C89F22D0B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05738" y="433212"/>
                  <a:ext cx="29592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BEFFCE-339D-6D93-FADC-721BF0E2EDF6}"/>
              </a:ext>
            </a:extLst>
          </p:cNvPr>
          <p:cNvGrpSpPr/>
          <p:nvPr/>
        </p:nvGrpSpPr>
        <p:grpSpPr>
          <a:xfrm>
            <a:off x="2575338" y="223332"/>
            <a:ext cx="752040" cy="435600"/>
            <a:chOff x="2575338" y="223332"/>
            <a:chExt cx="75204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5744D47-0D3E-2388-97E1-439160B5334A}"/>
                    </a:ext>
                  </a:extLst>
                </p14:cNvPr>
                <p14:cNvContentPartPr/>
                <p14:nvPr/>
              </p14:nvContentPartPr>
              <p14:xfrm>
                <a:off x="2575338" y="297132"/>
                <a:ext cx="246960" cy="36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5744D47-0D3E-2388-97E1-439160B5334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69218" y="291012"/>
                  <a:ext cx="2592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AA405C-CD82-25B7-6D51-4E1C334EB73E}"/>
                    </a:ext>
                  </a:extLst>
                </p14:cNvPr>
                <p14:cNvContentPartPr/>
                <p14:nvPr/>
              </p14:nvContentPartPr>
              <p14:xfrm>
                <a:off x="2859738" y="331332"/>
                <a:ext cx="93600" cy="251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AA405C-CD82-25B7-6D51-4E1C334EB7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53618" y="325212"/>
                  <a:ext cx="105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20E6B9-B3E3-72B5-66A9-0F974C41CB76}"/>
                    </a:ext>
                  </a:extLst>
                </p14:cNvPr>
                <p14:cNvContentPartPr/>
                <p14:nvPr/>
              </p14:nvContentPartPr>
              <p14:xfrm>
                <a:off x="2830938" y="447972"/>
                <a:ext cx="100440" cy="3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20E6B9-B3E3-72B5-66A9-0F974C41CB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24818" y="441852"/>
                  <a:ext cx="112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A45CE23-3D1B-A125-FF5F-20845A75DCB9}"/>
                    </a:ext>
                  </a:extLst>
                </p14:cNvPr>
                <p14:cNvContentPartPr/>
                <p14:nvPr/>
              </p14:nvContentPartPr>
              <p14:xfrm>
                <a:off x="3003378" y="223332"/>
                <a:ext cx="150120" cy="376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A45CE23-3D1B-A125-FF5F-20845A75DC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97258" y="217212"/>
                  <a:ext cx="1623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EACA6F8-B3C2-5E6F-0986-C32BA7054959}"/>
                    </a:ext>
                  </a:extLst>
                </p14:cNvPr>
                <p14:cNvContentPartPr/>
                <p14:nvPr/>
              </p14:nvContentPartPr>
              <p14:xfrm>
                <a:off x="3327018" y="517812"/>
                <a:ext cx="360" cy="3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EACA6F8-B3C2-5E6F-0986-C32BA705495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20898" y="511692"/>
                  <a:ext cx="12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5794FE-8A61-ED44-ED1D-6426813A9825}"/>
              </a:ext>
            </a:extLst>
          </p:cNvPr>
          <p:cNvGrpSpPr/>
          <p:nvPr/>
        </p:nvGrpSpPr>
        <p:grpSpPr>
          <a:xfrm>
            <a:off x="511458" y="1054572"/>
            <a:ext cx="2502720" cy="46440"/>
            <a:chOff x="511458" y="1054572"/>
            <a:chExt cx="2502720" cy="4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2A2FFB-4485-7EDA-BCD2-C6F7AD9BDF22}"/>
                    </a:ext>
                  </a:extLst>
                </p14:cNvPr>
                <p14:cNvContentPartPr/>
                <p14:nvPr/>
              </p14:nvContentPartPr>
              <p14:xfrm>
                <a:off x="511458" y="1058532"/>
                <a:ext cx="2502720" cy="4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2A2FFB-4485-7EDA-BCD2-C6F7AD9BDF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5338" y="1052412"/>
                  <a:ext cx="2514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C53009-FB38-25EC-7158-43453F1E00A7}"/>
                    </a:ext>
                  </a:extLst>
                </p14:cNvPr>
                <p14:cNvContentPartPr/>
                <p14:nvPr/>
              </p14:nvContentPartPr>
              <p14:xfrm>
                <a:off x="2972778" y="1054572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C53009-FB38-25EC-7158-43453F1E00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66658" y="10484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E2FFBC-D48C-4A25-C845-55E8BBA43C56}"/>
              </a:ext>
            </a:extLst>
          </p:cNvPr>
          <p:cNvGrpSpPr/>
          <p:nvPr/>
        </p:nvGrpSpPr>
        <p:grpSpPr>
          <a:xfrm>
            <a:off x="8800458" y="159612"/>
            <a:ext cx="923040" cy="568080"/>
            <a:chOff x="8800458" y="159612"/>
            <a:chExt cx="923040" cy="56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93FB0F-694B-EC91-5715-DB1C4EF76A25}"/>
                    </a:ext>
                  </a:extLst>
                </p14:cNvPr>
                <p14:cNvContentPartPr/>
                <p14:nvPr/>
              </p14:nvContentPartPr>
              <p14:xfrm>
                <a:off x="8844378" y="325932"/>
                <a:ext cx="15840" cy="27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93FB0F-694B-EC91-5715-DB1C4EF76A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38258" y="319812"/>
                  <a:ext cx="280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46C430-988D-35AA-94EA-57861DA7E81D}"/>
                    </a:ext>
                  </a:extLst>
                </p14:cNvPr>
                <p14:cNvContentPartPr/>
                <p14:nvPr/>
              </p14:nvContentPartPr>
              <p14:xfrm>
                <a:off x="8800458" y="270852"/>
                <a:ext cx="114480" cy="178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46C430-988D-35AA-94EA-57861DA7E81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794338" y="264732"/>
                  <a:ext cx="126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3EB6F0-6FA7-62F4-EADF-79F3431EEFCB}"/>
                    </a:ext>
                  </a:extLst>
                </p14:cNvPr>
                <p14:cNvContentPartPr/>
                <p14:nvPr/>
              </p14:nvContentPartPr>
              <p14:xfrm>
                <a:off x="8950938" y="313692"/>
                <a:ext cx="222120" cy="185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3EB6F0-6FA7-62F4-EADF-79F3431EEFC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44818" y="307572"/>
                  <a:ext cx="2343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2A4917-DEBC-BA50-F03F-89AF49F3C880}"/>
                    </a:ext>
                  </a:extLst>
                </p14:cNvPr>
                <p14:cNvContentPartPr/>
                <p14:nvPr/>
              </p14:nvContentPartPr>
              <p14:xfrm>
                <a:off x="9208698" y="361212"/>
                <a:ext cx="53280" cy="65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2A4917-DEBC-BA50-F03F-89AF49F3C8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02578" y="355092"/>
                  <a:ext cx="65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AF0FC33-4AC6-101C-998B-3E48C9A314BC}"/>
                    </a:ext>
                  </a:extLst>
                </p14:cNvPr>
                <p14:cNvContentPartPr/>
                <p14:nvPr/>
              </p14:nvContentPartPr>
              <p14:xfrm>
                <a:off x="9348018" y="241692"/>
                <a:ext cx="117360" cy="486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AF0FC33-4AC6-101C-998B-3E48C9A314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41898" y="235572"/>
                  <a:ext cx="1296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1C3626-187E-35F3-2789-E08EC4CD59AE}"/>
                    </a:ext>
                  </a:extLst>
                </p14:cNvPr>
                <p14:cNvContentPartPr/>
                <p14:nvPr/>
              </p14:nvContentPartPr>
              <p14:xfrm>
                <a:off x="9519018" y="325932"/>
                <a:ext cx="15840" cy="126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1C3626-187E-35F3-2789-E08EC4CD59A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12898" y="319812"/>
                  <a:ext cx="28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B2F00F-38BD-7664-1189-D01326B012DE}"/>
                    </a:ext>
                  </a:extLst>
                </p14:cNvPr>
                <p14:cNvContentPartPr/>
                <p14:nvPr/>
              </p14:nvContentPartPr>
              <p14:xfrm>
                <a:off x="9554658" y="159612"/>
                <a:ext cx="3240" cy="11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B2F00F-38BD-7664-1189-D01326B012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48538" y="153492"/>
                  <a:ext cx="15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69F5EB-F5E1-7948-733D-C83E25374A97}"/>
                    </a:ext>
                  </a:extLst>
                </p14:cNvPr>
                <p14:cNvContentPartPr/>
                <p14:nvPr/>
              </p14:nvContentPartPr>
              <p14:xfrm>
                <a:off x="9641058" y="231972"/>
                <a:ext cx="38520" cy="282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69F5EB-F5E1-7948-733D-C83E25374A9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634938" y="225852"/>
                  <a:ext cx="507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A6E7E1-7B35-0F8B-3806-2B3D89A9EF65}"/>
                    </a:ext>
                  </a:extLst>
                </p14:cNvPr>
                <p14:cNvContentPartPr/>
                <p14:nvPr/>
              </p14:nvContentPartPr>
              <p14:xfrm>
                <a:off x="9635298" y="332772"/>
                <a:ext cx="88200" cy="42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A6E7E1-7B35-0F8B-3806-2B3D89A9EF6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629178" y="326652"/>
                  <a:ext cx="10044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5108953-C7A3-7A39-25AC-21246306C66D}"/>
              </a:ext>
            </a:extLst>
          </p:cNvPr>
          <p:cNvGrpSpPr/>
          <p:nvPr/>
        </p:nvGrpSpPr>
        <p:grpSpPr>
          <a:xfrm>
            <a:off x="10080258" y="166092"/>
            <a:ext cx="620640" cy="428400"/>
            <a:chOff x="10080258" y="166092"/>
            <a:chExt cx="62064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534625-C900-35CA-4470-D5A677D364CE}"/>
                    </a:ext>
                  </a:extLst>
                </p14:cNvPr>
                <p14:cNvContentPartPr/>
                <p14:nvPr/>
              </p14:nvContentPartPr>
              <p14:xfrm>
                <a:off x="10080258" y="186612"/>
                <a:ext cx="218160" cy="379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534625-C900-35CA-4470-D5A677D364C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74138" y="180492"/>
                  <a:ext cx="2304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0245139-129E-AE93-6E5E-99378E038086}"/>
                    </a:ext>
                  </a:extLst>
                </p14:cNvPr>
                <p14:cNvContentPartPr/>
                <p14:nvPr/>
              </p14:nvContentPartPr>
              <p14:xfrm>
                <a:off x="10281138" y="301092"/>
                <a:ext cx="142560" cy="165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0245139-129E-AE93-6E5E-99378E03808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75018" y="294972"/>
                  <a:ext cx="154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5BB77C-2DB5-CC1E-D150-506F356299C8}"/>
                    </a:ext>
                  </a:extLst>
                </p14:cNvPr>
                <p14:cNvContentPartPr/>
                <p14:nvPr/>
              </p14:nvContentPartPr>
              <p14:xfrm>
                <a:off x="10427298" y="300012"/>
                <a:ext cx="169560" cy="146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5BB77C-2DB5-CC1E-D150-506F356299C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21178" y="293892"/>
                  <a:ext cx="181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1940CC-18DE-4733-7ECA-0BB14E641C47}"/>
                    </a:ext>
                  </a:extLst>
                </p14:cNvPr>
                <p14:cNvContentPartPr/>
                <p14:nvPr/>
              </p14:nvContentPartPr>
              <p14:xfrm>
                <a:off x="10567338" y="166092"/>
                <a:ext cx="133560" cy="428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1940CC-18DE-4733-7ECA-0BB14E641C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61218" y="159972"/>
                  <a:ext cx="145800" cy="44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07A2256-A9B3-52B6-9ED2-77303AC79B1F}"/>
                  </a:ext>
                </a:extLst>
              </p14:cNvPr>
              <p14:cNvContentPartPr/>
              <p14:nvPr/>
            </p14:nvContentPartPr>
            <p14:xfrm>
              <a:off x="10987098" y="642012"/>
              <a:ext cx="12240" cy="2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07A2256-A9B3-52B6-9ED2-77303AC79B1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980978" y="635892"/>
                <a:ext cx="2448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D5210F8-1303-C5C2-68DB-357AAB83825A}"/>
              </a:ext>
            </a:extLst>
          </p:cNvPr>
          <p:cNvGrpSpPr/>
          <p:nvPr/>
        </p:nvGrpSpPr>
        <p:grpSpPr>
          <a:xfrm>
            <a:off x="8820978" y="750012"/>
            <a:ext cx="1729080" cy="158040"/>
            <a:chOff x="8820978" y="750012"/>
            <a:chExt cx="17290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265E35-D816-5833-8CBB-202ED1D6F015}"/>
                    </a:ext>
                  </a:extLst>
                </p14:cNvPr>
                <p14:cNvContentPartPr/>
                <p14:nvPr/>
              </p14:nvContentPartPr>
              <p14:xfrm>
                <a:off x="8820978" y="750012"/>
                <a:ext cx="1729080" cy="158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265E35-D816-5833-8CBB-202ED1D6F01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814858" y="743892"/>
                  <a:ext cx="1741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2AE35B-4AAB-2C49-8060-7DE7047963EF}"/>
                    </a:ext>
                  </a:extLst>
                </p14:cNvPr>
                <p14:cNvContentPartPr/>
                <p14:nvPr/>
              </p14:nvContentPartPr>
              <p14:xfrm>
                <a:off x="10549338" y="762612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2AE35B-4AAB-2C49-8060-7DE7047963E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43218" y="75649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7737FE0-0349-5C55-7C5F-75B2305D27DC}"/>
              </a:ext>
            </a:extLst>
          </p:cNvPr>
          <p:cNvGrpSpPr/>
          <p:nvPr/>
        </p:nvGrpSpPr>
        <p:grpSpPr>
          <a:xfrm>
            <a:off x="4543818" y="253932"/>
            <a:ext cx="2211840" cy="782640"/>
            <a:chOff x="4543818" y="253932"/>
            <a:chExt cx="2211840" cy="7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3BF62DD-3355-58A6-D029-D77D87A48C12}"/>
                    </a:ext>
                  </a:extLst>
                </p14:cNvPr>
                <p14:cNvContentPartPr/>
                <p14:nvPr/>
              </p14:nvContentPartPr>
              <p14:xfrm>
                <a:off x="4946658" y="418452"/>
                <a:ext cx="7200" cy="179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3BF62DD-3355-58A6-D029-D77D87A48C1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40538" y="412332"/>
                  <a:ext cx="19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3E7AA52-FC6B-FDFD-6FBC-A902E79DF8BE}"/>
                    </a:ext>
                  </a:extLst>
                </p14:cNvPr>
                <p14:cNvContentPartPr/>
                <p14:nvPr/>
              </p14:nvContentPartPr>
              <p14:xfrm>
                <a:off x="4850178" y="382092"/>
                <a:ext cx="212400" cy="288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3E7AA52-FC6B-FDFD-6FBC-A902E79DF8B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44058" y="375972"/>
                  <a:ext cx="2246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D2C8E03-33BB-25FC-E222-CDC38EF6773B}"/>
                    </a:ext>
                  </a:extLst>
                </p14:cNvPr>
                <p14:cNvContentPartPr/>
                <p14:nvPr/>
              </p14:nvContentPartPr>
              <p14:xfrm>
                <a:off x="5148618" y="472092"/>
                <a:ext cx="106920" cy="12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D2C8E03-33BB-25FC-E222-CDC38EF677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42498" y="465972"/>
                  <a:ext cx="119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EAAC9BB-163E-550F-6040-3BFB049519FF}"/>
                    </a:ext>
                  </a:extLst>
                </p14:cNvPr>
                <p14:cNvContentPartPr/>
                <p14:nvPr/>
              </p14:nvContentPartPr>
              <p14:xfrm>
                <a:off x="5290098" y="360852"/>
                <a:ext cx="23400" cy="253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EAAC9BB-163E-550F-6040-3BFB049519F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83978" y="354732"/>
                  <a:ext cx="35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9589EC2-4FE1-A8A4-68C4-C206ABFCF7DB}"/>
                    </a:ext>
                  </a:extLst>
                </p14:cNvPr>
                <p14:cNvContentPartPr/>
                <p14:nvPr/>
              </p14:nvContentPartPr>
              <p14:xfrm>
                <a:off x="5274618" y="451212"/>
                <a:ext cx="68040" cy="1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9589EC2-4FE1-A8A4-68C4-C206ABFCF7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68498" y="445092"/>
                  <a:ext cx="80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18CE67-EFB9-76B3-B894-1C15138632C3}"/>
                    </a:ext>
                  </a:extLst>
                </p14:cNvPr>
                <p14:cNvContentPartPr/>
                <p14:nvPr/>
              </p14:nvContentPartPr>
              <p14:xfrm>
                <a:off x="5400618" y="490452"/>
                <a:ext cx="106200" cy="94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18CE67-EFB9-76B3-B894-1C15138632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94498" y="484332"/>
                  <a:ext cx="118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4B80E2-A72F-797E-7350-C06E01DF0C67}"/>
                    </a:ext>
                  </a:extLst>
                </p14:cNvPr>
                <p14:cNvContentPartPr/>
                <p14:nvPr/>
              </p14:nvContentPartPr>
              <p14:xfrm>
                <a:off x="5752698" y="344292"/>
                <a:ext cx="126000" cy="18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64B80E2-A72F-797E-7350-C06E01DF0C6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46578" y="338172"/>
                  <a:ext cx="138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B455F7A-53E2-71AD-3C0A-493A6A2C5439}"/>
                    </a:ext>
                  </a:extLst>
                </p14:cNvPr>
                <p14:cNvContentPartPr/>
                <p14:nvPr/>
              </p14:nvContentPartPr>
              <p14:xfrm>
                <a:off x="5785458" y="440052"/>
                <a:ext cx="68040" cy="25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B455F7A-53E2-71AD-3C0A-493A6A2C543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79338" y="433932"/>
                  <a:ext cx="80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44A553-65E4-93C3-552C-0DEADC760FD3}"/>
                    </a:ext>
                  </a:extLst>
                </p14:cNvPr>
                <p14:cNvContentPartPr/>
                <p14:nvPr/>
              </p14:nvContentPartPr>
              <p14:xfrm>
                <a:off x="5961498" y="396132"/>
                <a:ext cx="172800" cy="134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44A553-65E4-93C3-552C-0DEADC760FD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55378" y="390012"/>
                  <a:ext cx="185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409FD7-8DD3-9387-3362-C8383019935E}"/>
                    </a:ext>
                  </a:extLst>
                </p14:cNvPr>
                <p14:cNvContentPartPr/>
                <p14:nvPr/>
              </p14:nvContentPartPr>
              <p14:xfrm>
                <a:off x="6111978" y="405492"/>
                <a:ext cx="108360" cy="81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409FD7-8DD3-9387-3362-C8383019935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05858" y="399372"/>
                  <a:ext cx="120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CFD666B-7A73-4DC1-9DCE-4F28349B8B8A}"/>
                    </a:ext>
                  </a:extLst>
                </p14:cNvPr>
                <p14:cNvContentPartPr/>
                <p14:nvPr/>
              </p14:nvContentPartPr>
              <p14:xfrm>
                <a:off x="6205218" y="253932"/>
                <a:ext cx="60840" cy="252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CFD666B-7A73-4DC1-9DCE-4F28349B8B8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99098" y="247812"/>
                  <a:ext cx="73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ED31D95-9DF4-477B-46CA-48878F640E6E}"/>
                    </a:ext>
                  </a:extLst>
                </p14:cNvPr>
                <p14:cNvContentPartPr/>
                <p14:nvPr/>
              </p14:nvContentPartPr>
              <p14:xfrm>
                <a:off x="6330498" y="387132"/>
                <a:ext cx="142920" cy="420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ED31D95-9DF4-477B-46CA-48878F640E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24378" y="381012"/>
                  <a:ext cx="1551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75DC3B-6268-2DCE-600F-C17E4D1332EB}"/>
                    </a:ext>
                  </a:extLst>
                </p14:cNvPr>
                <p14:cNvContentPartPr/>
                <p14:nvPr/>
              </p14:nvContentPartPr>
              <p14:xfrm>
                <a:off x="6531738" y="379572"/>
                <a:ext cx="80640" cy="172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75DC3B-6268-2DCE-600F-C17E4D1332E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5618" y="373452"/>
                  <a:ext cx="928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694E936-02DD-ABF9-82F7-ED5CA43943B9}"/>
                    </a:ext>
                  </a:extLst>
                </p14:cNvPr>
                <p14:cNvContentPartPr/>
                <p14:nvPr/>
              </p14:nvContentPartPr>
              <p14:xfrm>
                <a:off x="6628578" y="301092"/>
                <a:ext cx="34560" cy="20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694E936-02DD-ABF9-82F7-ED5CA43943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22458" y="294972"/>
                  <a:ext cx="46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D383BB-23EF-5333-6F91-5A2D3FDFA2D1}"/>
                    </a:ext>
                  </a:extLst>
                </p14:cNvPr>
                <p14:cNvContentPartPr/>
                <p14:nvPr/>
              </p14:nvContentPartPr>
              <p14:xfrm>
                <a:off x="6670338" y="363372"/>
                <a:ext cx="85320" cy="34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D383BB-23EF-5333-6F91-5A2D3FDFA2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64218" y="357252"/>
                  <a:ext cx="97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C36F7F3-AB80-48AA-DCE4-79B3C12C0E6B}"/>
                    </a:ext>
                  </a:extLst>
                </p14:cNvPr>
                <p14:cNvContentPartPr/>
                <p14:nvPr/>
              </p14:nvContentPartPr>
              <p14:xfrm>
                <a:off x="4543818" y="885732"/>
                <a:ext cx="2104920" cy="150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C36F7F3-AB80-48AA-DCE4-79B3C12C0E6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37698" y="879612"/>
                  <a:ext cx="2117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D2D513-723E-3E35-8CAA-29A147CE9029}"/>
                    </a:ext>
                  </a:extLst>
                </p14:cNvPr>
                <p14:cNvContentPartPr/>
                <p14:nvPr/>
              </p14:nvContentPartPr>
              <p14:xfrm>
                <a:off x="6633258" y="842532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D2D513-723E-3E35-8CAA-29A147CE90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27138" y="8364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38F503C-2880-EC81-CC98-7AF595AF51DF}"/>
              </a:ext>
            </a:extLst>
          </p:cNvPr>
          <p:cNvGrpSpPr/>
          <p:nvPr/>
        </p:nvGrpSpPr>
        <p:grpSpPr>
          <a:xfrm>
            <a:off x="700818" y="2933772"/>
            <a:ext cx="642240" cy="264240"/>
            <a:chOff x="700818" y="2933772"/>
            <a:chExt cx="64224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2B5109C-5EF8-8CA6-2DF0-35723EC5CC73}"/>
                    </a:ext>
                  </a:extLst>
                </p14:cNvPr>
                <p14:cNvContentPartPr/>
                <p14:nvPr/>
              </p14:nvContentPartPr>
              <p14:xfrm>
                <a:off x="738978" y="2933772"/>
                <a:ext cx="26280" cy="12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2B5109C-5EF8-8CA6-2DF0-35723EC5CC7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32858" y="2927652"/>
                  <a:ext cx="38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5F40623-84F6-B4E3-8E93-9B46F3260F93}"/>
                    </a:ext>
                  </a:extLst>
                </p14:cNvPr>
                <p14:cNvContentPartPr/>
                <p14:nvPr/>
              </p14:nvContentPartPr>
              <p14:xfrm>
                <a:off x="700818" y="2947092"/>
                <a:ext cx="181440" cy="25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5F40623-84F6-B4E3-8E93-9B46F3260F9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4698" y="2940972"/>
                  <a:ext cx="193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707D3A9-998F-1FF7-E28E-622F9B4B9967}"/>
                    </a:ext>
                  </a:extLst>
                </p14:cNvPr>
                <p14:cNvContentPartPr/>
                <p14:nvPr/>
              </p14:nvContentPartPr>
              <p14:xfrm>
                <a:off x="925818" y="3055812"/>
                <a:ext cx="68040" cy="72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707D3A9-998F-1FF7-E28E-622F9B4B996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19698" y="3049692"/>
                  <a:ext cx="80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800134A-85B3-1E94-0CFA-4C0C60B6F8FE}"/>
                    </a:ext>
                  </a:extLst>
                </p14:cNvPr>
                <p14:cNvContentPartPr/>
                <p14:nvPr/>
              </p14:nvContentPartPr>
              <p14:xfrm>
                <a:off x="1121298" y="2978772"/>
                <a:ext cx="155520" cy="176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800134A-85B3-1E94-0CFA-4C0C60B6F8F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15178" y="2972652"/>
                  <a:ext cx="167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A4A85F6-DC10-0631-9CEE-94A642CC76B8}"/>
                    </a:ext>
                  </a:extLst>
                </p14:cNvPr>
                <p14:cNvContentPartPr/>
                <p14:nvPr/>
              </p14:nvContentPartPr>
              <p14:xfrm>
                <a:off x="1332258" y="2951772"/>
                <a:ext cx="10800" cy="176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A4A85F6-DC10-0631-9CEE-94A642CC76B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26138" y="2945652"/>
                  <a:ext cx="230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AD944D-7F37-9F0C-B668-6048DA166E12}"/>
              </a:ext>
            </a:extLst>
          </p:cNvPr>
          <p:cNvGrpSpPr/>
          <p:nvPr/>
        </p:nvGrpSpPr>
        <p:grpSpPr>
          <a:xfrm>
            <a:off x="780738" y="3808932"/>
            <a:ext cx="632520" cy="235440"/>
            <a:chOff x="780738" y="3808932"/>
            <a:chExt cx="6325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FBBD76E-2636-0DA2-BF31-CB59EEFF0404}"/>
                    </a:ext>
                  </a:extLst>
                </p14:cNvPr>
                <p14:cNvContentPartPr/>
                <p14:nvPr/>
              </p14:nvContentPartPr>
              <p14:xfrm>
                <a:off x="780738" y="3846372"/>
                <a:ext cx="151560" cy="198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FBBD76E-2636-0DA2-BF31-CB59EEFF040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4618" y="3840252"/>
                  <a:ext cx="163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66A2A2-DE61-646E-5D43-A1AD6CFFB22F}"/>
                    </a:ext>
                  </a:extLst>
                </p14:cNvPr>
                <p14:cNvContentPartPr/>
                <p14:nvPr/>
              </p14:nvContentPartPr>
              <p14:xfrm>
                <a:off x="943098" y="3893892"/>
                <a:ext cx="79560" cy="55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66A2A2-DE61-646E-5D43-A1AD6CFFB22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36978" y="3887772"/>
                  <a:ext cx="91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DB91EA-51E6-736F-E334-155305D0C14C}"/>
                    </a:ext>
                  </a:extLst>
                </p14:cNvPr>
                <p14:cNvContentPartPr/>
                <p14:nvPr/>
              </p14:nvContentPartPr>
              <p14:xfrm>
                <a:off x="1128858" y="3835932"/>
                <a:ext cx="105480" cy="171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DB91EA-51E6-736F-E334-155305D0C14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22738" y="3829812"/>
                  <a:ext cx="117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CCD1FE-BE3D-1281-F965-39DC5D793088}"/>
                    </a:ext>
                  </a:extLst>
                </p14:cNvPr>
                <p14:cNvContentPartPr/>
                <p14:nvPr/>
              </p14:nvContentPartPr>
              <p14:xfrm>
                <a:off x="1274298" y="3808932"/>
                <a:ext cx="138960" cy="178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6CCD1FE-BE3D-1281-F965-39DC5D79308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268178" y="3802812"/>
                  <a:ext cx="1512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FB31F4A-C3E7-CAD0-F418-EA7DDE50C1FA}"/>
              </a:ext>
            </a:extLst>
          </p:cNvPr>
          <p:cNvGrpSpPr/>
          <p:nvPr/>
        </p:nvGrpSpPr>
        <p:grpSpPr>
          <a:xfrm>
            <a:off x="828618" y="4717572"/>
            <a:ext cx="637920" cy="295560"/>
            <a:chOff x="828618" y="4717572"/>
            <a:chExt cx="63792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27CCE3A-2F1A-2E0E-5F93-126D6476B2E8}"/>
                    </a:ext>
                  </a:extLst>
                </p14:cNvPr>
                <p14:cNvContentPartPr/>
                <p14:nvPr/>
              </p14:nvContentPartPr>
              <p14:xfrm>
                <a:off x="828618" y="4819452"/>
                <a:ext cx="180720" cy="193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27CCE3A-2F1A-2E0E-5F93-126D6476B2E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22498" y="4813332"/>
                  <a:ext cx="192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A844E82-474E-9D9C-828F-E75710320D56}"/>
                    </a:ext>
                  </a:extLst>
                </p14:cNvPr>
                <p14:cNvContentPartPr/>
                <p14:nvPr/>
              </p14:nvContentPartPr>
              <p14:xfrm>
                <a:off x="1002138" y="4844292"/>
                <a:ext cx="78840" cy="79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A844E82-474E-9D9C-828F-E75710320D5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96018" y="4838172"/>
                  <a:ext cx="91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75EA85E-63D1-BCC6-80D6-3CFD40FC972B}"/>
                    </a:ext>
                  </a:extLst>
                </p14:cNvPr>
                <p14:cNvContentPartPr/>
                <p14:nvPr/>
              </p14:nvContentPartPr>
              <p14:xfrm>
                <a:off x="1159458" y="4771212"/>
                <a:ext cx="134640" cy="19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75EA85E-63D1-BCC6-80D6-3CFD40FC972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53338" y="4765092"/>
                  <a:ext cx="146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9E28F75-AC51-68CA-3A32-EF3F69DBA757}"/>
                    </a:ext>
                  </a:extLst>
                </p14:cNvPr>
                <p14:cNvContentPartPr/>
                <p14:nvPr/>
              </p14:nvContentPartPr>
              <p14:xfrm>
                <a:off x="1332978" y="4717572"/>
                <a:ext cx="133560" cy="253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9E28F75-AC51-68CA-3A32-EF3F69DBA75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326858" y="4711452"/>
                  <a:ext cx="14580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2EBCB4A-0622-FCF3-45B1-491FD6E84F9A}"/>
              </a:ext>
            </a:extLst>
          </p:cNvPr>
          <p:cNvGrpSpPr/>
          <p:nvPr/>
        </p:nvGrpSpPr>
        <p:grpSpPr>
          <a:xfrm>
            <a:off x="917538" y="5503812"/>
            <a:ext cx="590040" cy="358560"/>
            <a:chOff x="917538" y="5503812"/>
            <a:chExt cx="59004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8FCD79-9775-61DE-F32A-B4319EDA1DF8}"/>
                    </a:ext>
                  </a:extLst>
                </p14:cNvPr>
                <p14:cNvContentPartPr/>
                <p14:nvPr/>
              </p14:nvContentPartPr>
              <p14:xfrm>
                <a:off x="917538" y="5583012"/>
                <a:ext cx="150480" cy="217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8FCD79-9775-61DE-F32A-B4319EDA1DF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11418" y="5576892"/>
                  <a:ext cx="162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7A2B2DD-345B-4B50-8491-40A7CDF0D392}"/>
                    </a:ext>
                  </a:extLst>
                </p14:cNvPr>
                <p14:cNvContentPartPr/>
                <p14:nvPr/>
              </p14:nvContentPartPr>
              <p14:xfrm>
                <a:off x="1053258" y="5640612"/>
                <a:ext cx="76680" cy="70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7A2B2DD-345B-4B50-8491-40A7CDF0D39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47138" y="5634492"/>
                  <a:ext cx="88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AA939B7-A17B-2BC9-154F-6AFFC6561842}"/>
                    </a:ext>
                  </a:extLst>
                </p14:cNvPr>
                <p14:cNvContentPartPr/>
                <p14:nvPr/>
              </p14:nvContentPartPr>
              <p14:xfrm>
                <a:off x="1195458" y="5579772"/>
                <a:ext cx="141480" cy="207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AA939B7-A17B-2BC9-154F-6AFFC656184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89338" y="5573652"/>
                  <a:ext cx="153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973008-2383-CBB9-3972-85F9D885EFB9}"/>
                    </a:ext>
                  </a:extLst>
                </p14:cNvPr>
                <p14:cNvContentPartPr/>
                <p14:nvPr/>
              </p14:nvContentPartPr>
              <p14:xfrm>
                <a:off x="1404618" y="5503812"/>
                <a:ext cx="102960" cy="186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973008-2383-CBB9-3972-85F9D885EFB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398498" y="5497692"/>
                  <a:ext cx="115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1434FB4-C739-0252-96AC-A72C01D05AEF}"/>
                    </a:ext>
                  </a:extLst>
                </p14:cNvPr>
                <p14:cNvContentPartPr/>
                <p14:nvPr/>
              </p14:nvContentPartPr>
              <p14:xfrm>
                <a:off x="1474818" y="5542692"/>
                <a:ext cx="12240" cy="319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1434FB4-C739-0252-96AC-A72C01D05AE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68698" y="5536572"/>
                  <a:ext cx="2448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5263A12-913C-7118-303F-3649EF325CE2}"/>
              </a:ext>
            </a:extLst>
          </p:cNvPr>
          <p:cNvGrpSpPr/>
          <p:nvPr/>
        </p:nvGrpSpPr>
        <p:grpSpPr>
          <a:xfrm>
            <a:off x="2526378" y="1866732"/>
            <a:ext cx="914040" cy="330480"/>
            <a:chOff x="2526378" y="1866732"/>
            <a:chExt cx="91404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DF0F9E-A08E-0CF0-C8BA-5E1BE9E3D191}"/>
                    </a:ext>
                  </a:extLst>
                </p14:cNvPr>
                <p14:cNvContentPartPr/>
                <p14:nvPr/>
              </p14:nvContentPartPr>
              <p14:xfrm>
                <a:off x="2526378" y="2024052"/>
                <a:ext cx="220680" cy="173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DF0F9E-A08E-0CF0-C8BA-5E1BE9E3D19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520258" y="2017932"/>
                  <a:ext cx="232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DC8AD46-C9FF-1D5D-BCE8-F6F9128DBBEC}"/>
                    </a:ext>
                  </a:extLst>
                </p14:cNvPr>
                <p14:cNvContentPartPr/>
                <p14:nvPr/>
              </p14:nvContentPartPr>
              <p14:xfrm>
                <a:off x="2690178" y="1866732"/>
                <a:ext cx="38520" cy="252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DC8AD46-C9FF-1D5D-BCE8-F6F9128DBBE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684058" y="1860612"/>
                  <a:ext cx="50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9BFE96B-7EA4-D103-0142-1A922F823BD5}"/>
                    </a:ext>
                  </a:extLst>
                </p14:cNvPr>
                <p14:cNvContentPartPr/>
                <p14:nvPr/>
              </p14:nvContentPartPr>
              <p14:xfrm>
                <a:off x="2781258" y="1960332"/>
                <a:ext cx="46800" cy="111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9BFE96B-7EA4-D103-0142-1A922F823BD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775138" y="1954212"/>
                  <a:ext cx="59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2F17C47-10EF-9867-9331-410ED517B3DA}"/>
                    </a:ext>
                  </a:extLst>
                </p14:cNvPr>
                <p14:cNvContentPartPr/>
                <p14:nvPr/>
              </p14:nvContentPartPr>
              <p14:xfrm>
                <a:off x="2874498" y="1960692"/>
                <a:ext cx="235800" cy="207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2F17C47-10EF-9867-9331-410ED517B3D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68378" y="1954572"/>
                  <a:ext cx="248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44F04A-79B7-B0C2-01A0-317C5D0FB232}"/>
                    </a:ext>
                  </a:extLst>
                </p14:cNvPr>
                <p14:cNvContentPartPr/>
                <p14:nvPr/>
              </p14:nvContentPartPr>
              <p14:xfrm>
                <a:off x="3133698" y="1907772"/>
                <a:ext cx="26280" cy="231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44F04A-79B7-B0C2-01A0-317C5D0FB23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127578" y="1901652"/>
                  <a:ext cx="38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A2F815D-2A76-875D-A603-E455EE0E177A}"/>
                    </a:ext>
                  </a:extLst>
                </p14:cNvPr>
                <p14:cNvContentPartPr/>
                <p14:nvPr/>
              </p14:nvContentPartPr>
              <p14:xfrm>
                <a:off x="3092658" y="1883652"/>
                <a:ext cx="347760" cy="279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A2F815D-2A76-875D-A603-E455EE0E177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086538" y="1877532"/>
                  <a:ext cx="36000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B7F6393-8F23-29F2-F751-4C1A0FE0077D}"/>
              </a:ext>
            </a:extLst>
          </p:cNvPr>
          <p:cNvGrpSpPr/>
          <p:nvPr/>
        </p:nvGrpSpPr>
        <p:grpSpPr>
          <a:xfrm>
            <a:off x="4377498" y="1727772"/>
            <a:ext cx="615600" cy="337680"/>
            <a:chOff x="4377498" y="1727772"/>
            <a:chExt cx="61560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157460-72FA-CF7D-82BC-36B3EC14938E}"/>
                    </a:ext>
                  </a:extLst>
                </p14:cNvPr>
                <p14:cNvContentPartPr/>
                <p14:nvPr/>
              </p14:nvContentPartPr>
              <p14:xfrm>
                <a:off x="4405578" y="1763412"/>
                <a:ext cx="127440" cy="268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157460-72FA-CF7D-82BC-36B3EC14938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399458" y="1757292"/>
                  <a:ext cx="139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ADDF0C9-4876-E8F9-B786-5617CF452B0A}"/>
                    </a:ext>
                  </a:extLst>
                </p14:cNvPr>
                <p14:cNvContentPartPr/>
                <p14:nvPr/>
              </p14:nvContentPartPr>
              <p14:xfrm>
                <a:off x="4377498" y="1727772"/>
                <a:ext cx="128520" cy="54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ADDF0C9-4876-E8F9-B786-5617CF452B0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71378" y="1721652"/>
                  <a:ext cx="140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D39A0BE-17C4-7741-C22A-2CFD694F6B12}"/>
                    </a:ext>
                  </a:extLst>
                </p14:cNvPr>
                <p14:cNvContentPartPr/>
                <p14:nvPr/>
              </p14:nvContentPartPr>
              <p14:xfrm>
                <a:off x="4431138" y="1840452"/>
                <a:ext cx="129960" cy="50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D39A0BE-17C4-7741-C22A-2CFD694F6B1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425018" y="1834332"/>
                  <a:ext cx="142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AF7A70A-FDD2-DADE-69B1-AA3D0CBB3CEC}"/>
                    </a:ext>
                  </a:extLst>
                </p14:cNvPr>
                <p14:cNvContentPartPr/>
                <p14:nvPr/>
              </p14:nvContentPartPr>
              <p14:xfrm>
                <a:off x="4571538" y="1840812"/>
                <a:ext cx="240480" cy="224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AF7A70A-FDD2-DADE-69B1-AA3D0CBB3CE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565418" y="1834692"/>
                  <a:ext cx="2527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84702DA-CD39-43FE-4B9B-F78827A2A179}"/>
                    </a:ext>
                  </a:extLst>
                </p14:cNvPr>
                <p14:cNvContentPartPr/>
                <p14:nvPr/>
              </p14:nvContentPartPr>
              <p14:xfrm>
                <a:off x="4891218" y="1753332"/>
                <a:ext cx="24840" cy="236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84702DA-CD39-43FE-4B9B-F78827A2A17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885098" y="1747212"/>
                  <a:ext cx="370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7E4244-DC1A-A386-EEC1-9B8E77C4FD95}"/>
                    </a:ext>
                  </a:extLst>
                </p14:cNvPr>
                <p14:cNvContentPartPr/>
                <p14:nvPr/>
              </p14:nvContentPartPr>
              <p14:xfrm>
                <a:off x="4852698" y="1833612"/>
                <a:ext cx="140400" cy="23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7E4244-DC1A-A386-EEC1-9B8E77C4FD9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846578" y="1827492"/>
                  <a:ext cx="1526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4D76294-3CD6-BA3F-B4E9-D63FE8E53E1E}"/>
              </a:ext>
            </a:extLst>
          </p:cNvPr>
          <p:cNvGrpSpPr/>
          <p:nvPr/>
        </p:nvGrpSpPr>
        <p:grpSpPr>
          <a:xfrm>
            <a:off x="6513018" y="1670172"/>
            <a:ext cx="783360" cy="304920"/>
            <a:chOff x="6513018" y="1670172"/>
            <a:chExt cx="7833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8F5B4A-97EA-7EFD-F50B-DD141409C60A}"/>
                    </a:ext>
                  </a:extLst>
                </p14:cNvPr>
                <p14:cNvContentPartPr/>
                <p14:nvPr/>
              </p14:nvContentPartPr>
              <p14:xfrm>
                <a:off x="6513018" y="1743612"/>
                <a:ext cx="337320" cy="197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8F5B4A-97EA-7EFD-F50B-DD141409C60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06898" y="1737492"/>
                  <a:ext cx="349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2FF8BB-55CC-03F7-4A58-35E0755F8AC1}"/>
                    </a:ext>
                  </a:extLst>
                </p14:cNvPr>
                <p14:cNvContentPartPr/>
                <p14:nvPr/>
              </p14:nvContentPartPr>
              <p14:xfrm>
                <a:off x="6887058" y="1768452"/>
                <a:ext cx="168480" cy="15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2FF8BB-55CC-03F7-4A58-35E0755F8AC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80938" y="1762332"/>
                  <a:ext cx="1807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B36BB2-0AD4-E95D-40D9-F4B98BC1DDE2}"/>
                    </a:ext>
                  </a:extLst>
                </p14:cNvPr>
                <p14:cNvContentPartPr/>
                <p14:nvPr/>
              </p14:nvContentPartPr>
              <p14:xfrm>
                <a:off x="7044018" y="1762692"/>
                <a:ext cx="77760" cy="166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B36BB2-0AD4-E95D-40D9-F4B98BC1DDE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37898" y="1756572"/>
                  <a:ext cx="90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EA2ABC-8BF4-734F-EB44-1A0841E793ED}"/>
                    </a:ext>
                  </a:extLst>
                </p14:cNvPr>
                <p14:cNvContentPartPr/>
                <p14:nvPr/>
              </p14:nvContentPartPr>
              <p14:xfrm>
                <a:off x="7172898" y="1670172"/>
                <a:ext cx="86040" cy="304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EA2ABC-8BF4-734F-EB44-1A0841E793E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166778" y="1664052"/>
                  <a:ext cx="982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2967C41-E0E2-0DC6-06B9-E403C92606CD}"/>
                    </a:ext>
                  </a:extLst>
                </p14:cNvPr>
                <p14:cNvContentPartPr/>
                <p14:nvPr/>
              </p14:nvContentPartPr>
              <p14:xfrm>
                <a:off x="7149138" y="1731732"/>
                <a:ext cx="147240" cy="66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2967C41-E0E2-0DC6-06B9-E403C92606C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143018" y="1725612"/>
                  <a:ext cx="15948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858A66F-EA65-F7CF-D7FA-6F56E0E4B3D5}"/>
              </a:ext>
            </a:extLst>
          </p:cNvPr>
          <p:cNvGrpSpPr/>
          <p:nvPr/>
        </p:nvGrpSpPr>
        <p:grpSpPr>
          <a:xfrm>
            <a:off x="8828538" y="1668372"/>
            <a:ext cx="873720" cy="306000"/>
            <a:chOff x="8828538" y="1668372"/>
            <a:chExt cx="87372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08B063E-0A86-B831-E823-E4BA05041DB0}"/>
                    </a:ext>
                  </a:extLst>
                </p14:cNvPr>
                <p14:cNvContentPartPr/>
                <p14:nvPr/>
              </p14:nvContentPartPr>
              <p14:xfrm>
                <a:off x="8828538" y="1668372"/>
                <a:ext cx="132840" cy="255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08B063E-0A86-B831-E823-E4BA05041DB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822418" y="1662252"/>
                  <a:ext cx="145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B3DDFA-A65B-F793-CDB7-7BFEEFBBED00}"/>
                    </a:ext>
                  </a:extLst>
                </p14:cNvPr>
                <p14:cNvContentPartPr/>
                <p14:nvPr/>
              </p14:nvContentPartPr>
              <p14:xfrm>
                <a:off x="9004578" y="1784292"/>
                <a:ext cx="79560" cy="117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B3DDFA-A65B-F793-CDB7-7BFEEFBBED0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998458" y="1778172"/>
                  <a:ext cx="91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6E91384-A6B7-2853-6388-6BC81D7D0FD8}"/>
                    </a:ext>
                  </a:extLst>
                </p14:cNvPr>
                <p14:cNvContentPartPr/>
                <p14:nvPr/>
              </p14:nvContentPartPr>
              <p14:xfrm>
                <a:off x="9107898" y="1779252"/>
                <a:ext cx="115920" cy="155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6E91384-A6B7-2853-6388-6BC81D7D0FD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101778" y="1773132"/>
                  <a:ext cx="128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9F3417D-5610-C553-8998-4F79D4F83821}"/>
                    </a:ext>
                  </a:extLst>
                </p14:cNvPr>
                <p14:cNvContentPartPr/>
                <p14:nvPr/>
              </p14:nvContentPartPr>
              <p14:xfrm>
                <a:off x="9303378" y="1715532"/>
                <a:ext cx="38520" cy="251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9F3417D-5610-C553-8998-4F79D4F8382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97258" y="1709412"/>
                  <a:ext cx="50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AC7FC1F-8D86-B7B4-A1CB-A373C0079FC3}"/>
                    </a:ext>
                  </a:extLst>
                </p14:cNvPr>
                <p14:cNvContentPartPr/>
                <p14:nvPr/>
              </p14:nvContentPartPr>
              <p14:xfrm>
                <a:off x="9318138" y="1684212"/>
                <a:ext cx="384120" cy="290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AC7FC1F-8D86-B7B4-A1CB-A373C0079FC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312018" y="1678092"/>
                  <a:ext cx="39636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372258A-BCB1-0538-48E2-67BAF54A006E}"/>
              </a:ext>
            </a:extLst>
          </p:cNvPr>
          <p:cNvGrpSpPr/>
          <p:nvPr/>
        </p:nvGrpSpPr>
        <p:grpSpPr>
          <a:xfrm>
            <a:off x="2739498" y="2737572"/>
            <a:ext cx="376200" cy="222480"/>
            <a:chOff x="2739498" y="2737572"/>
            <a:chExt cx="37620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FDEB12D-36E2-8A5C-1319-A7B59CCAE34E}"/>
                    </a:ext>
                  </a:extLst>
                </p14:cNvPr>
                <p14:cNvContentPartPr/>
                <p14:nvPr/>
              </p14:nvContentPartPr>
              <p14:xfrm>
                <a:off x="2739498" y="2749812"/>
                <a:ext cx="113760" cy="210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FDEB12D-36E2-8A5C-1319-A7B59CCAE34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733378" y="2743692"/>
                  <a:ext cx="126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B1A682E-6E25-F34F-E145-13FA11D45593}"/>
                    </a:ext>
                  </a:extLst>
                </p14:cNvPr>
                <p14:cNvContentPartPr/>
                <p14:nvPr/>
              </p14:nvContentPartPr>
              <p14:xfrm>
                <a:off x="2950098" y="2850972"/>
                <a:ext cx="43200" cy="56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B1A682E-6E25-F34F-E145-13FA11D4559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943978" y="2844852"/>
                  <a:ext cx="55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28AAB3B-518D-B67A-35D2-B55B86A75B29}"/>
                    </a:ext>
                  </a:extLst>
                </p14:cNvPr>
                <p14:cNvContentPartPr/>
                <p14:nvPr/>
              </p14:nvContentPartPr>
              <p14:xfrm>
                <a:off x="3081498" y="2737572"/>
                <a:ext cx="34200" cy="213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28AAB3B-518D-B67A-35D2-B55B86A75B2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075378" y="2731452"/>
                  <a:ext cx="464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09FA403-F8BD-12F6-ED51-5EF75C3AB582}"/>
              </a:ext>
            </a:extLst>
          </p:cNvPr>
          <p:cNvGrpSpPr/>
          <p:nvPr/>
        </p:nvGrpSpPr>
        <p:grpSpPr>
          <a:xfrm>
            <a:off x="2821938" y="3501132"/>
            <a:ext cx="750240" cy="338400"/>
            <a:chOff x="2821938" y="3501132"/>
            <a:chExt cx="75024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C8C85DF-0288-C2FF-DF29-D1474E342671}"/>
                    </a:ext>
                  </a:extLst>
                </p14:cNvPr>
                <p14:cNvContentPartPr/>
                <p14:nvPr/>
              </p14:nvContentPartPr>
              <p14:xfrm>
                <a:off x="2821938" y="3522372"/>
                <a:ext cx="148680" cy="317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C8C85DF-0288-C2FF-DF29-D1474E34267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815818" y="3516252"/>
                  <a:ext cx="1609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D40CA24-24E8-9972-410F-56A78A35AE7E}"/>
                    </a:ext>
                  </a:extLst>
                </p14:cNvPr>
                <p14:cNvContentPartPr/>
                <p14:nvPr/>
              </p14:nvContentPartPr>
              <p14:xfrm>
                <a:off x="3049818" y="3701292"/>
                <a:ext cx="27000" cy="35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D40CA24-24E8-9972-410F-56A78A35AE7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43698" y="3695172"/>
                  <a:ext cx="39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D36EA2-7599-6919-4315-CEA91FCB3DCE}"/>
                    </a:ext>
                  </a:extLst>
                </p14:cNvPr>
                <p14:cNvContentPartPr/>
                <p14:nvPr/>
              </p14:nvContentPartPr>
              <p14:xfrm>
                <a:off x="3162138" y="3553332"/>
                <a:ext cx="145800" cy="249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D36EA2-7599-6919-4315-CEA91FCB3DC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156018" y="3547212"/>
                  <a:ext cx="158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68890F-04A7-D982-9A38-55F7854681FE}"/>
                    </a:ext>
                  </a:extLst>
                </p14:cNvPr>
                <p14:cNvContentPartPr/>
                <p14:nvPr/>
              </p14:nvContentPartPr>
              <p14:xfrm>
                <a:off x="3341058" y="3501132"/>
                <a:ext cx="231120" cy="194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C68890F-04A7-D982-9A38-55F7854681F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34938" y="3495012"/>
                  <a:ext cx="24336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5F83605-6154-C540-01DB-B549278AB76C}"/>
              </a:ext>
            </a:extLst>
          </p:cNvPr>
          <p:cNvGrpSpPr/>
          <p:nvPr/>
        </p:nvGrpSpPr>
        <p:grpSpPr>
          <a:xfrm>
            <a:off x="2802498" y="4500132"/>
            <a:ext cx="622080" cy="305640"/>
            <a:chOff x="2802498" y="4500132"/>
            <a:chExt cx="62208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21B3036-FDDC-0752-2A13-AF3675FC9B14}"/>
                    </a:ext>
                  </a:extLst>
                </p14:cNvPr>
                <p14:cNvContentPartPr/>
                <p14:nvPr/>
              </p14:nvContentPartPr>
              <p14:xfrm>
                <a:off x="2802498" y="4557012"/>
                <a:ext cx="157320" cy="244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21B3036-FDDC-0752-2A13-AF3675FC9B1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796378" y="4550892"/>
                  <a:ext cx="169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2B63156-E997-EA04-4DD9-6184C9A78F40}"/>
                    </a:ext>
                  </a:extLst>
                </p14:cNvPr>
                <p14:cNvContentPartPr/>
                <p14:nvPr/>
              </p14:nvContentPartPr>
              <p14:xfrm>
                <a:off x="3038298" y="4613532"/>
                <a:ext cx="39960" cy="61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2B63156-E997-EA04-4DD9-6184C9A78F4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032178" y="4607412"/>
                  <a:ext cx="52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E7FC242-32B5-7720-6835-A641BCC4D641}"/>
                    </a:ext>
                  </a:extLst>
                </p14:cNvPr>
                <p14:cNvContentPartPr/>
                <p14:nvPr/>
              </p14:nvContentPartPr>
              <p14:xfrm>
                <a:off x="3223338" y="4501932"/>
                <a:ext cx="7560" cy="303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E7FC242-32B5-7720-6835-A641BCC4D64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217218" y="4495812"/>
                  <a:ext cx="19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C1A3537-6120-0329-43E9-638C5470FD8F}"/>
                    </a:ext>
                  </a:extLst>
                </p14:cNvPr>
                <p14:cNvContentPartPr/>
                <p14:nvPr/>
              </p14:nvContentPartPr>
              <p14:xfrm>
                <a:off x="3324138" y="4500132"/>
                <a:ext cx="100440" cy="251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C1A3537-6120-0329-43E9-638C5470FD8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318018" y="4494012"/>
                  <a:ext cx="11268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0233403-0318-CF89-FF90-2D39877FF76F}"/>
              </a:ext>
            </a:extLst>
          </p:cNvPr>
          <p:cNvGrpSpPr/>
          <p:nvPr/>
        </p:nvGrpSpPr>
        <p:grpSpPr>
          <a:xfrm>
            <a:off x="3075018" y="5266932"/>
            <a:ext cx="563040" cy="365040"/>
            <a:chOff x="3075018" y="5266932"/>
            <a:chExt cx="56304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8C5E8FB-5EC3-622C-1C03-7ACD287260AA}"/>
                    </a:ext>
                  </a:extLst>
                </p14:cNvPr>
                <p14:cNvContentPartPr/>
                <p14:nvPr/>
              </p14:nvContentPartPr>
              <p14:xfrm>
                <a:off x="3075018" y="5473572"/>
                <a:ext cx="51120" cy="41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8C5E8FB-5EC3-622C-1C03-7ACD287260A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068898" y="5467452"/>
                  <a:ext cx="63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EDA6977-0A42-E1AA-3776-C06095206C64}"/>
                    </a:ext>
                  </a:extLst>
                </p14:cNvPr>
                <p14:cNvContentPartPr/>
                <p14:nvPr/>
              </p14:nvContentPartPr>
              <p14:xfrm>
                <a:off x="3288138" y="5266932"/>
                <a:ext cx="125640" cy="29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EDA6977-0A42-E1AA-3776-C06095206C6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282018" y="5260812"/>
                  <a:ext cx="137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B73DD94-5885-F175-24CD-BCF07936A14B}"/>
                    </a:ext>
                  </a:extLst>
                </p14:cNvPr>
                <p14:cNvContentPartPr/>
                <p14:nvPr/>
              </p14:nvContentPartPr>
              <p14:xfrm>
                <a:off x="3243858" y="5334252"/>
                <a:ext cx="156960" cy="297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B73DD94-5885-F175-24CD-BCF07936A14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237738" y="5328132"/>
                  <a:ext cx="169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9735EA9-0393-C12F-9869-CD39B719838D}"/>
                    </a:ext>
                  </a:extLst>
                </p14:cNvPr>
                <p14:cNvContentPartPr/>
                <p14:nvPr/>
              </p14:nvContentPartPr>
              <p14:xfrm>
                <a:off x="3492618" y="5285652"/>
                <a:ext cx="145440" cy="256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9735EA9-0393-C12F-9869-CD39B719838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486498" y="5279532"/>
                  <a:ext cx="15768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B88F334-38B3-D6E3-858A-2DC6D97C6B7E}"/>
                  </a:ext>
                </a:extLst>
              </p14:cNvPr>
              <p14:cNvContentPartPr/>
              <p14:nvPr/>
            </p14:nvContentPartPr>
            <p14:xfrm>
              <a:off x="2762178" y="5425332"/>
              <a:ext cx="141480" cy="1404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B88F334-38B3-D6E3-858A-2DC6D97C6B7E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756058" y="5419212"/>
                <a:ext cx="15372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6A6A2D2-4BFD-BFD7-0940-8C0A0150C7B5}"/>
              </a:ext>
            </a:extLst>
          </p:cNvPr>
          <p:cNvGrpSpPr/>
          <p:nvPr/>
        </p:nvGrpSpPr>
        <p:grpSpPr>
          <a:xfrm>
            <a:off x="4708698" y="2274972"/>
            <a:ext cx="699120" cy="326160"/>
            <a:chOff x="4708698" y="2274972"/>
            <a:chExt cx="69912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C867E5E-C510-4DCF-0D9A-C8ADF28F23A1}"/>
                    </a:ext>
                  </a:extLst>
                </p14:cNvPr>
                <p14:cNvContentPartPr/>
                <p14:nvPr/>
              </p14:nvContentPartPr>
              <p14:xfrm>
                <a:off x="4708698" y="2321772"/>
                <a:ext cx="26280" cy="264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C867E5E-C510-4DCF-0D9A-C8ADF28F23A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02578" y="2315652"/>
                  <a:ext cx="38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DE81ADB-29CC-FC3D-2F7E-4242A8FB0BE1}"/>
                    </a:ext>
                  </a:extLst>
                </p14:cNvPr>
                <p14:cNvContentPartPr/>
                <p14:nvPr/>
              </p14:nvContentPartPr>
              <p14:xfrm>
                <a:off x="4872858" y="2440932"/>
                <a:ext cx="69840" cy="48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DE81ADB-29CC-FC3D-2F7E-4242A8FB0BE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866738" y="2434812"/>
                  <a:ext cx="82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7C1A20F-B370-A65F-DB56-8578FC52EA54}"/>
                    </a:ext>
                  </a:extLst>
                </p14:cNvPr>
                <p14:cNvContentPartPr/>
                <p14:nvPr/>
              </p14:nvContentPartPr>
              <p14:xfrm>
                <a:off x="5048538" y="2342292"/>
                <a:ext cx="105480" cy="258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7C1A20F-B370-A65F-DB56-8578FC52EA5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042418" y="2336172"/>
                  <a:ext cx="117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554E830-4776-4C99-24E4-189D7CDD0379}"/>
                    </a:ext>
                  </a:extLst>
                </p14:cNvPr>
                <p14:cNvContentPartPr/>
                <p14:nvPr/>
              </p14:nvContentPartPr>
              <p14:xfrm>
                <a:off x="5250138" y="2274972"/>
                <a:ext cx="75600" cy="318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554E830-4776-4C99-24E4-189D7CDD037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244018" y="2268852"/>
                  <a:ext cx="878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07E7ACD-DECA-5449-7049-2BAF39013A7D}"/>
                    </a:ext>
                  </a:extLst>
                </p14:cNvPr>
                <p14:cNvContentPartPr/>
                <p14:nvPr/>
              </p14:nvContentPartPr>
              <p14:xfrm>
                <a:off x="5253738" y="2451732"/>
                <a:ext cx="154080" cy="49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07E7ACD-DECA-5449-7049-2BAF39013A7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247618" y="2445612"/>
                  <a:ext cx="16632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07A2E4F-49A0-8EA5-9F70-14769881D1B1}"/>
              </a:ext>
            </a:extLst>
          </p:cNvPr>
          <p:cNvGrpSpPr/>
          <p:nvPr/>
        </p:nvGrpSpPr>
        <p:grpSpPr>
          <a:xfrm>
            <a:off x="4716258" y="3301332"/>
            <a:ext cx="626400" cy="360720"/>
            <a:chOff x="4716258" y="3301332"/>
            <a:chExt cx="62640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CE0766C-8100-626F-9478-11512DBD30F1}"/>
                    </a:ext>
                  </a:extLst>
                </p14:cNvPr>
                <p14:cNvContentPartPr/>
                <p14:nvPr/>
              </p14:nvContentPartPr>
              <p14:xfrm>
                <a:off x="4716258" y="3301332"/>
                <a:ext cx="9720" cy="360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CE0766C-8100-626F-9478-11512DBD30F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710138" y="3295212"/>
                  <a:ext cx="219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BD5601F-F058-AB43-99A0-8FDC16E54008}"/>
                    </a:ext>
                  </a:extLst>
                </p14:cNvPr>
                <p14:cNvContentPartPr/>
                <p14:nvPr/>
              </p14:nvContentPartPr>
              <p14:xfrm>
                <a:off x="4860258" y="3477732"/>
                <a:ext cx="35280" cy="20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BD5601F-F058-AB43-99A0-8FDC16E5400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854138" y="3471612"/>
                  <a:ext cx="47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EEED91C-E08D-CE4C-2DDE-EAE62EDACA0E}"/>
                    </a:ext>
                  </a:extLst>
                </p14:cNvPr>
                <p14:cNvContentPartPr/>
                <p14:nvPr/>
              </p14:nvContentPartPr>
              <p14:xfrm>
                <a:off x="5060418" y="3353532"/>
                <a:ext cx="98640" cy="274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EEED91C-E08D-CE4C-2DDE-EAE62EDACA0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054298" y="3347412"/>
                  <a:ext cx="110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D2931C7-1DA5-5B3E-D4F3-68E03C60D785}"/>
                    </a:ext>
                  </a:extLst>
                </p14:cNvPr>
                <p14:cNvContentPartPr/>
                <p14:nvPr/>
              </p14:nvContentPartPr>
              <p14:xfrm>
                <a:off x="5220978" y="3329772"/>
                <a:ext cx="121680" cy="296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D2931C7-1DA5-5B3E-D4F3-68E03C60D78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214858" y="3323652"/>
                  <a:ext cx="13392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14F9FFA-56D1-1FE8-5E05-5C1342028CF7}"/>
              </a:ext>
            </a:extLst>
          </p:cNvPr>
          <p:cNvGrpSpPr/>
          <p:nvPr/>
        </p:nvGrpSpPr>
        <p:grpSpPr>
          <a:xfrm>
            <a:off x="4666938" y="4195932"/>
            <a:ext cx="677520" cy="375480"/>
            <a:chOff x="4666938" y="4195932"/>
            <a:chExt cx="67752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1A72A90-5938-FCC5-A348-7FC0E546C03C}"/>
                    </a:ext>
                  </a:extLst>
                </p14:cNvPr>
                <p14:cNvContentPartPr/>
                <p14:nvPr/>
              </p14:nvContentPartPr>
              <p14:xfrm>
                <a:off x="4666938" y="4290612"/>
                <a:ext cx="19800" cy="280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1A72A90-5938-FCC5-A348-7FC0E546C03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60818" y="4284492"/>
                  <a:ext cx="32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D018EE1-8E95-B468-46D3-9CC10C472B75}"/>
                    </a:ext>
                  </a:extLst>
                </p14:cNvPr>
                <p14:cNvContentPartPr/>
                <p14:nvPr/>
              </p14:nvContentPartPr>
              <p14:xfrm>
                <a:off x="4851618" y="4341012"/>
                <a:ext cx="37800" cy="51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D018EE1-8E95-B468-46D3-9CC10C472B7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845498" y="4334892"/>
                  <a:ext cx="50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AF16C62-B270-E265-ED7B-8FA99AD92D90}"/>
                    </a:ext>
                  </a:extLst>
                </p14:cNvPr>
                <p14:cNvContentPartPr/>
                <p14:nvPr/>
              </p14:nvContentPartPr>
              <p14:xfrm>
                <a:off x="5001378" y="4214292"/>
                <a:ext cx="97560" cy="341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AF16C62-B270-E265-ED7B-8FA99AD92D9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995258" y="4208172"/>
                  <a:ext cx="109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77D8175-71D5-B823-4A76-50EE69D80FA5}"/>
                    </a:ext>
                  </a:extLst>
                </p14:cNvPr>
                <p14:cNvContentPartPr/>
                <p14:nvPr/>
              </p14:nvContentPartPr>
              <p14:xfrm>
                <a:off x="5192538" y="4195932"/>
                <a:ext cx="151920" cy="272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77D8175-71D5-B823-4A76-50EE69D80FA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186418" y="4189812"/>
                  <a:ext cx="16416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857C538-9754-3B7E-3B04-48228CC94583}"/>
              </a:ext>
            </a:extLst>
          </p:cNvPr>
          <p:cNvGrpSpPr/>
          <p:nvPr/>
        </p:nvGrpSpPr>
        <p:grpSpPr>
          <a:xfrm>
            <a:off x="4764138" y="5068212"/>
            <a:ext cx="560880" cy="382320"/>
            <a:chOff x="4764138" y="5068212"/>
            <a:chExt cx="56088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3ADD328-DFC4-83A7-1EC0-7C7EE093F37C}"/>
                    </a:ext>
                  </a:extLst>
                </p14:cNvPr>
                <p14:cNvContentPartPr/>
                <p14:nvPr/>
              </p14:nvContentPartPr>
              <p14:xfrm>
                <a:off x="4764138" y="5117172"/>
                <a:ext cx="20520" cy="333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3ADD328-DFC4-83A7-1EC0-7C7EE093F37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758018" y="5111052"/>
                  <a:ext cx="32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F032EFB-F5A8-DC51-7BD6-F5078632DAA5}"/>
                    </a:ext>
                  </a:extLst>
                </p14:cNvPr>
                <p14:cNvContentPartPr/>
                <p14:nvPr/>
              </p14:nvContentPartPr>
              <p14:xfrm>
                <a:off x="4926498" y="5282772"/>
                <a:ext cx="36360" cy="352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F032EFB-F5A8-DC51-7BD6-F5078632DAA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920378" y="5276652"/>
                  <a:ext cx="48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F7B97F3-E0C9-F2DA-34B2-16803E7F83CA}"/>
                    </a:ext>
                  </a:extLst>
                </p14:cNvPr>
                <p14:cNvContentPartPr/>
                <p14:nvPr/>
              </p14:nvContentPartPr>
              <p14:xfrm>
                <a:off x="5084898" y="5085132"/>
                <a:ext cx="84960" cy="313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F7B97F3-E0C9-F2DA-34B2-16803E7F83C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78778" y="5079012"/>
                  <a:ext cx="97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56B6A45-A905-8BF8-AA86-454037C368A6}"/>
                    </a:ext>
                  </a:extLst>
                </p14:cNvPr>
                <p14:cNvContentPartPr/>
                <p14:nvPr/>
              </p14:nvContentPartPr>
              <p14:xfrm>
                <a:off x="5299818" y="5068212"/>
                <a:ext cx="25200" cy="264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56B6A45-A905-8BF8-AA86-454037C368A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293698" y="5062092"/>
                  <a:ext cx="3744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E610DD2-CB52-EF07-DC6E-0251183CFEB4}"/>
              </a:ext>
            </a:extLst>
          </p:cNvPr>
          <p:cNvGrpSpPr/>
          <p:nvPr/>
        </p:nvGrpSpPr>
        <p:grpSpPr>
          <a:xfrm>
            <a:off x="6798858" y="2273172"/>
            <a:ext cx="527400" cy="342000"/>
            <a:chOff x="6798858" y="2273172"/>
            <a:chExt cx="52740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D335291-CCD7-6C3C-3F9D-9FDDFF337E15}"/>
                    </a:ext>
                  </a:extLst>
                </p14:cNvPr>
                <p14:cNvContentPartPr/>
                <p14:nvPr/>
              </p14:nvContentPartPr>
              <p14:xfrm>
                <a:off x="6798858" y="2317092"/>
                <a:ext cx="147600" cy="278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D335291-CCD7-6C3C-3F9D-9FDDFF337E1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92738" y="2310972"/>
                  <a:ext cx="1598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6E4BB4C-46B1-8A95-A5DB-01AF8A39427E}"/>
                    </a:ext>
                  </a:extLst>
                </p14:cNvPr>
                <p14:cNvContentPartPr/>
                <p14:nvPr/>
              </p14:nvContentPartPr>
              <p14:xfrm>
                <a:off x="7032498" y="2446332"/>
                <a:ext cx="34200" cy="24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6E4BB4C-46B1-8A95-A5DB-01AF8A39427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26378" y="2440212"/>
                  <a:ext cx="46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BF99E88-4B99-E2EF-0AE8-3EFB0E757E56}"/>
                    </a:ext>
                  </a:extLst>
                </p14:cNvPr>
                <p14:cNvContentPartPr/>
                <p14:nvPr/>
              </p14:nvContentPartPr>
              <p14:xfrm>
                <a:off x="7152018" y="2273172"/>
                <a:ext cx="98640" cy="342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BF99E88-4B99-E2EF-0AE8-3EFB0E757E5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145898" y="2267052"/>
                  <a:ext cx="1108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3959D15-3433-D0F8-80CB-BB6D298E481E}"/>
                    </a:ext>
                  </a:extLst>
                </p14:cNvPr>
                <p14:cNvContentPartPr/>
                <p14:nvPr/>
              </p14:nvContentPartPr>
              <p14:xfrm>
                <a:off x="7158138" y="2407452"/>
                <a:ext cx="168120" cy="53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3959D15-3433-D0F8-80CB-BB6D298E481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152018" y="2401332"/>
                  <a:ext cx="1803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48EE6F9-009E-A92F-824D-ECCAD8800F19}"/>
              </a:ext>
            </a:extLst>
          </p:cNvPr>
          <p:cNvGrpSpPr/>
          <p:nvPr/>
        </p:nvGrpSpPr>
        <p:grpSpPr>
          <a:xfrm>
            <a:off x="6785898" y="3282252"/>
            <a:ext cx="694800" cy="353520"/>
            <a:chOff x="6785898" y="3282252"/>
            <a:chExt cx="69480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E09411-0817-7AC1-5E6F-E7E8064E5C57}"/>
                    </a:ext>
                  </a:extLst>
                </p14:cNvPr>
                <p14:cNvContentPartPr/>
                <p14:nvPr/>
              </p14:nvContentPartPr>
              <p14:xfrm>
                <a:off x="6785898" y="3337692"/>
                <a:ext cx="143280" cy="269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E09411-0817-7AC1-5E6F-E7E8064E5C5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779778" y="3331572"/>
                  <a:ext cx="155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83B6332-9B3D-AE2F-3145-84687789C8D7}"/>
                    </a:ext>
                  </a:extLst>
                </p14:cNvPr>
                <p14:cNvContentPartPr/>
                <p14:nvPr/>
              </p14:nvContentPartPr>
              <p14:xfrm>
                <a:off x="7029258" y="3453612"/>
                <a:ext cx="27000" cy="19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83B6332-9B3D-AE2F-3145-84687789C8D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023138" y="3447492"/>
                  <a:ext cx="39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771995E-5D3B-D0D9-A0B7-8003A9139E78}"/>
                    </a:ext>
                  </a:extLst>
                </p14:cNvPr>
                <p14:cNvContentPartPr/>
                <p14:nvPr/>
              </p14:nvContentPartPr>
              <p14:xfrm>
                <a:off x="7149858" y="3282252"/>
                <a:ext cx="108360" cy="353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771995E-5D3B-D0D9-A0B7-8003A9139E7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143738" y="3276132"/>
                  <a:ext cx="1206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9553D2E-1A83-FFD1-4D93-175C51BECF80}"/>
                    </a:ext>
                  </a:extLst>
                </p14:cNvPr>
                <p14:cNvContentPartPr/>
                <p14:nvPr/>
              </p14:nvContentPartPr>
              <p14:xfrm>
                <a:off x="7192338" y="3382692"/>
                <a:ext cx="147960" cy="70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9553D2E-1A83-FFD1-4D93-175C51BECF8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186218" y="3376572"/>
                  <a:ext cx="1602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1BDED19-97D6-FA9C-54F8-B50743977A25}"/>
                    </a:ext>
                  </a:extLst>
                </p14:cNvPr>
                <p14:cNvContentPartPr/>
                <p14:nvPr/>
              </p14:nvContentPartPr>
              <p14:xfrm>
                <a:off x="7371618" y="3304212"/>
                <a:ext cx="109080" cy="225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1BDED19-97D6-FA9C-54F8-B50743977A2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365498" y="3298092"/>
                  <a:ext cx="1213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ABE2442-3414-3F63-4E96-071C3D1210A2}"/>
              </a:ext>
            </a:extLst>
          </p:cNvPr>
          <p:cNvGrpSpPr/>
          <p:nvPr/>
        </p:nvGrpSpPr>
        <p:grpSpPr>
          <a:xfrm>
            <a:off x="6858618" y="4077852"/>
            <a:ext cx="771840" cy="409320"/>
            <a:chOff x="6858618" y="4077852"/>
            <a:chExt cx="77184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DC64E70-9A85-3DFD-B9F4-9A980A87DE65}"/>
                    </a:ext>
                  </a:extLst>
                </p14:cNvPr>
                <p14:cNvContentPartPr/>
                <p14:nvPr/>
              </p14:nvContentPartPr>
              <p14:xfrm>
                <a:off x="6858618" y="4188372"/>
                <a:ext cx="133920" cy="258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DC64E70-9A85-3DFD-B9F4-9A980A87DE6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852498" y="4182252"/>
                  <a:ext cx="1461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6C614C1-2268-B5E6-A7FD-A5CA82288A49}"/>
                    </a:ext>
                  </a:extLst>
                </p14:cNvPr>
                <p14:cNvContentPartPr/>
                <p14:nvPr/>
              </p14:nvContentPartPr>
              <p14:xfrm>
                <a:off x="7107018" y="4310772"/>
                <a:ext cx="17280" cy="16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6C614C1-2268-B5E6-A7FD-A5CA82288A4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100898" y="4304652"/>
                  <a:ext cx="2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5E0F8DA-516C-253E-82FC-F35148D29898}"/>
                    </a:ext>
                  </a:extLst>
                </p14:cNvPr>
                <p14:cNvContentPartPr/>
                <p14:nvPr/>
              </p14:nvContentPartPr>
              <p14:xfrm>
                <a:off x="7259658" y="4119252"/>
                <a:ext cx="90720" cy="230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5E0F8DA-516C-253E-82FC-F35148D2989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253538" y="4113132"/>
                  <a:ext cx="1029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58B51D2-6A9C-CDB2-6ADE-48C725195D5E}"/>
                    </a:ext>
                  </a:extLst>
                </p14:cNvPr>
                <p14:cNvContentPartPr/>
                <p14:nvPr/>
              </p14:nvContentPartPr>
              <p14:xfrm>
                <a:off x="7464498" y="4077852"/>
                <a:ext cx="60840" cy="4093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58B51D2-6A9C-CDB2-6ADE-48C725195D5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458378" y="4071732"/>
                  <a:ext cx="730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3FB99C6-5A52-94E7-F10D-23443C05FE58}"/>
                    </a:ext>
                  </a:extLst>
                </p14:cNvPr>
                <p14:cNvContentPartPr/>
                <p14:nvPr/>
              </p14:nvContentPartPr>
              <p14:xfrm>
                <a:off x="7453338" y="4267212"/>
                <a:ext cx="177120" cy="26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3FB99C6-5A52-94E7-F10D-23443C05FE5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447218" y="4261092"/>
                  <a:ext cx="1893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07848FF-9F24-B3C2-46C8-76694E98B228}"/>
              </a:ext>
            </a:extLst>
          </p:cNvPr>
          <p:cNvGrpSpPr/>
          <p:nvPr/>
        </p:nvGrpSpPr>
        <p:grpSpPr>
          <a:xfrm>
            <a:off x="6945378" y="4907652"/>
            <a:ext cx="713880" cy="380160"/>
            <a:chOff x="6945378" y="4907652"/>
            <a:chExt cx="71388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3A15621-A4DE-F449-BE4B-D36FFB3C0964}"/>
                    </a:ext>
                  </a:extLst>
                </p14:cNvPr>
                <p14:cNvContentPartPr/>
                <p14:nvPr/>
              </p14:nvContentPartPr>
              <p14:xfrm>
                <a:off x="6945378" y="4977132"/>
                <a:ext cx="189000" cy="286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3A15621-A4DE-F449-BE4B-D36FFB3C096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939258" y="4971012"/>
                  <a:ext cx="201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2D9575C-7BE5-695D-AEE2-8C2484388922}"/>
                    </a:ext>
                  </a:extLst>
                </p14:cNvPr>
                <p14:cNvContentPartPr/>
                <p14:nvPr/>
              </p14:nvContentPartPr>
              <p14:xfrm>
                <a:off x="7215018" y="5097372"/>
                <a:ext cx="45720" cy="39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2D9575C-7BE5-695D-AEE2-8C248438892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208898" y="5091252"/>
                  <a:ext cx="57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A072656-D570-F22F-B190-8C61D7B2492B}"/>
                    </a:ext>
                  </a:extLst>
                </p14:cNvPr>
                <p14:cNvContentPartPr/>
                <p14:nvPr/>
              </p14:nvContentPartPr>
              <p14:xfrm>
                <a:off x="7325898" y="4941492"/>
                <a:ext cx="75600" cy="346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A072656-D570-F22F-B190-8C61D7B2492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319778" y="4935372"/>
                  <a:ext cx="878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835A51F-7F1F-D493-537A-ABB37535DFD5}"/>
                    </a:ext>
                  </a:extLst>
                </p14:cNvPr>
                <p14:cNvContentPartPr/>
                <p14:nvPr/>
              </p14:nvContentPartPr>
              <p14:xfrm>
                <a:off x="7336338" y="5018172"/>
                <a:ext cx="129960" cy="32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835A51F-7F1F-D493-537A-ABB37535DFD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330218" y="5012052"/>
                  <a:ext cx="142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3A58620-1FFC-0845-3EF1-83F15486E40F}"/>
                    </a:ext>
                  </a:extLst>
                </p14:cNvPr>
                <p14:cNvContentPartPr/>
                <p14:nvPr/>
              </p14:nvContentPartPr>
              <p14:xfrm>
                <a:off x="7526418" y="4907652"/>
                <a:ext cx="132840" cy="259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3A58620-1FFC-0845-3EF1-83F15486E40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20298" y="4901532"/>
                  <a:ext cx="14508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C757260-35B5-C255-4D54-0B3337B40538}"/>
              </a:ext>
            </a:extLst>
          </p:cNvPr>
          <p:cNvGrpSpPr/>
          <p:nvPr/>
        </p:nvGrpSpPr>
        <p:grpSpPr>
          <a:xfrm>
            <a:off x="8909178" y="2206212"/>
            <a:ext cx="663120" cy="302760"/>
            <a:chOff x="8909178" y="2206212"/>
            <a:chExt cx="66312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843DEF2-5ED9-C484-2716-DBDF9EFFC024}"/>
                    </a:ext>
                  </a:extLst>
                </p14:cNvPr>
                <p14:cNvContentPartPr/>
                <p14:nvPr/>
              </p14:nvContentPartPr>
              <p14:xfrm>
                <a:off x="8909178" y="2206212"/>
                <a:ext cx="161640" cy="302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843DEF2-5ED9-C484-2716-DBDF9EFFC02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903058" y="2200092"/>
                  <a:ext cx="1738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1EAFE12-CF5F-E8DA-F258-006BB1863E31}"/>
                    </a:ext>
                  </a:extLst>
                </p14:cNvPr>
                <p14:cNvContentPartPr/>
                <p14:nvPr/>
              </p14:nvContentPartPr>
              <p14:xfrm>
                <a:off x="9177018" y="2334372"/>
                <a:ext cx="60120" cy="47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1EAFE12-CF5F-E8DA-F258-006BB1863E3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170898" y="2328252"/>
                  <a:ext cx="72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ABED4DB-D1AD-38FB-4E29-670EA73F03E1}"/>
                    </a:ext>
                  </a:extLst>
                </p14:cNvPr>
                <p14:cNvContentPartPr/>
                <p14:nvPr/>
              </p14:nvContentPartPr>
              <p14:xfrm>
                <a:off x="9349098" y="2242572"/>
                <a:ext cx="223200" cy="236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ABED4DB-D1AD-38FB-4E29-670EA73F03E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342978" y="2236452"/>
                  <a:ext cx="23544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1B7C46CD-B8E8-D2B4-DB85-F6F66DD5AB30}"/>
              </a:ext>
            </a:extLst>
          </p:cNvPr>
          <p:cNvGrpSpPr/>
          <p:nvPr/>
        </p:nvGrpSpPr>
        <p:grpSpPr>
          <a:xfrm>
            <a:off x="8957058" y="3011532"/>
            <a:ext cx="682200" cy="317880"/>
            <a:chOff x="8957058" y="3011532"/>
            <a:chExt cx="68220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A3AE029-6478-A204-C611-F0044CBB8082}"/>
                    </a:ext>
                  </a:extLst>
                </p14:cNvPr>
                <p14:cNvContentPartPr/>
                <p14:nvPr/>
              </p14:nvContentPartPr>
              <p14:xfrm>
                <a:off x="8957058" y="3041052"/>
                <a:ext cx="155160" cy="288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A3AE029-6478-A204-C611-F0044CBB808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950938" y="3034932"/>
                  <a:ext cx="167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DA4387E-8FBD-0527-FACF-1C57A849A4B5}"/>
                    </a:ext>
                  </a:extLst>
                </p14:cNvPr>
                <p14:cNvContentPartPr/>
                <p14:nvPr/>
              </p14:nvContentPartPr>
              <p14:xfrm>
                <a:off x="9255858" y="3187932"/>
                <a:ext cx="34200" cy="31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DA4387E-8FBD-0527-FACF-1C57A849A4B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249738" y="3181812"/>
                  <a:ext cx="46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F93F58D-53DB-7A4C-7CB0-54C9BE5A3340}"/>
                    </a:ext>
                  </a:extLst>
                </p14:cNvPr>
                <p14:cNvContentPartPr/>
                <p14:nvPr/>
              </p14:nvContentPartPr>
              <p14:xfrm>
                <a:off x="9365658" y="3022332"/>
                <a:ext cx="20880" cy="253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F93F58D-53DB-7A4C-7CB0-54C9BE5A334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359538" y="3016212"/>
                  <a:ext cx="331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10A6813-FF75-662A-3F2B-36BE0591F64D}"/>
                    </a:ext>
                  </a:extLst>
                </p14:cNvPr>
                <p14:cNvContentPartPr/>
                <p14:nvPr/>
              </p14:nvContentPartPr>
              <p14:xfrm>
                <a:off x="9449538" y="3011532"/>
                <a:ext cx="189720" cy="253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10A6813-FF75-662A-3F2B-36BE0591F64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443418" y="3005412"/>
                  <a:ext cx="2019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8F94D9D-50E3-3308-7978-EF36FA6F84C5}"/>
              </a:ext>
            </a:extLst>
          </p:cNvPr>
          <p:cNvGrpSpPr/>
          <p:nvPr/>
        </p:nvGrpSpPr>
        <p:grpSpPr>
          <a:xfrm>
            <a:off x="9060738" y="3967692"/>
            <a:ext cx="557640" cy="336960"/>
            <a:chOff x="9060738" y="3967692"/>
            <a:chExt cx="5576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4AE935A-221B-E7EF-C52C-CF7BB57959A0}"/>
                    </a:ext>
                  </a:extLst>
                </p14:cNvPr>
                <p14:cNvContentPartPr/>
                <p14:nvPr/>
              </p14:nvContentPartPr>
              <p14:xfrm>
                <a:off x="9060738" y="3969492"/>
                <a:ext cx="180360" cy="335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4AE935A-221B-E7EF-C52C-CF7BB57959A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054618" y="3963372"/>
                  <a:ext cx="1926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6678383-10CF-CDE1-531F-313F1A5D671A}"/>
                    </a:ext>
                  </a:extLst>
                </p14:cNvPr>
                <p14:cNvContentPartPr/>
                <p14:nvPr/>
              </p14:nvContentPartPr>
              <p14:xfrm>
                <a:off x="9368898" y="4081452"/>
                <a:ext cx="16560" cy="51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6678383-10CF-CDE1-531F-313F1A5D671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362778" y="4075332"/>
                  <a:ext cx="28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95D3C51-582F-6B19-34CA-160359B5D4C2}"/>
                    </a:ext>
                  </a:extLst>
                </p14:cNvPr>
                <p14:cNvContentPartPr/>
                <p14:nvPr/>
              </p14:nvContentPartPr>
              <p14:xfrm>
                <a:off x="9503898" y="3967692"/>
                <a:ext cx="18360" cy="238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95D3C51-582F-6B19-34CA-160359B5D4C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497778" y="3961572"/>
                  <a:ext cx="30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6370172-B326-EE7D-8883-F158C10B3E03}"/>
                    </a:ext>
                  </a:extLst>
                </p14:cNvPr>
                <p14:cNvContentPartPr/>
                <p14:nvPr/>
              </p14:nvContentPartPr>
              <p14:xfrm>
                <a:off x="9600738" y="3989292"/>
                <a:ext cx="17640" cy="256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6370172-B326-EE7D-8883-F158C10B3E0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594618" y="3983172"/>
                  <a:ext cx="298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3C08AA3-37AA-BC19-29B5-5485531D9C40}"/>
              </a:ext>
            </a:extLst>
          </p:cNvPr>
          <p:cNvGrpSpPr/>
          <p:nvPr/>
        </p:nvGrpSpPr>
        <p:grpSpPr>
          <a:xfrm>
            <a:off x="9244338" y="4683372"/>
            <a:ext cx="681120" cy="410040"/>
            <a:chOff x="9244338" y="4683372"/>
            <a:chExt cx="68112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68442E5-8AC7-19FE-C19A-6402489BAF71}"/>
                    </a:ext>
                  </a:extLst>
                </p14:cNvPr>
                <p14:cNvContentPartPr/>
                <p14:nvPr/>
              </p14:nvContentPartPr>
              <p14:xfrm>
                <a:off x="9244338" y="4723692"/>
                <a:ext cx="137520" cy="336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68442E5-8AC7-19FE-C19A-6402489BAF7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238218" y="4717572"/>
                  <a:ext cx="1497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D652656-CB6C-D9E4-AD50-3F6E4B69DD33}"/>
                    </a:ext>
                  </a:extLst>
                </p14:cNvPr>
                <p14:cNvContentPartPr/>
                <p14:nvPr/>
              </p14:nvContentPartPr>
              <p14:xfrm>
                <a:off x="9501738" y="4850052"/>
                <a:ext cx="40320" cy="45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D652656-CB6C-D9E4-AD50-3F6E4B69DD3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495618" y="4843932"/>
                  <a:ext cx="52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7F3A01A-04E6-4363-542C-7699CB073E87}"/>
                    </a:ext>
                  </a:extLst>
                </p14:cNvPr>
                <p14:cNvContentPartPr/>
                <p14:nvPr/>
              </p14:nvContentPartPr>
              <p14:xfrm>
                <a:off x="9629898" y="4766532"/>
                <a:ext cx="87120" cy="153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7F3A01A-04E6-4363-542C-7699CB073E8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623778" y="4760412"/>
                  <a:ext cx="99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5337929-0329-50A1-CD8A-BBB414CFA97B}"/>
                    </a:ext>
                  </a:extLst>
                </p14:cNvPr>
                <p14:cNvContentPartPr/>
                <p14:nvPr/>
              </p14:nvContentPartPr>
              <p14:xfrm>
                <a:off x="9830778" y="4683372"/>
                <a:ext cx="94680" cy="410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5337929-0329-50A1-CD8A-BBB414CFA97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824658" y="4677252"/>
                  <a:ext cx="106920" cy="42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D3F98D8D-D57C-BED0-F0E5-6417A371AA9F}"/>
                  </a:ext>
                </a:extLst>
              </p14:cNvPr>
              <p14:cNvContentPartPr/>
              <p14:nvPr/>
            </p14:nvContentPartPr>
            <p14:xfrm>
              <a:off x="9051378" y="3403572"/>
              <a:ext cx="4680" cy="79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D3F98D8D-D57C-BED0-F0E5-6417A371AA9F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9047058" y="3399252"/>
                <a:ext cx="13320" cy="1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6CD4C9A-4440-BA6F-5B18-3E51FD694523}"/>
              </a:ext>
            </a:extLst>
          </p:cNvPr>
          <p:cNvGrpSpPr/>
          <p:nvPr/>
        </p:nvGrpSpPr>
        <p:grpSpPr>
          <a:xfrm>
            <a:off x="8708298" y="1926492"/>
            <a:ext cx="1469880" cy="3594600"/>
            <a:chOff x="8708298" y="1926492"/>
            <a:chExt cx="1469880" cy="359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6AAF571-A0A2-D709-8A6B-7B946584ECA1}"/>
                    </a:ext>
                  </a:extLst>
                </p14:cNvPr>
                <p14:cNvContentPartPr/>
                <p14:nvPr/>
              </p14:nvContentPartPr>
              <p14:xfrm>
                <a:off x="8708298" y="1926492"/>
                <a:ext cx="912960" cy="742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6AAF571-A0A2-D709-8A6B-7B946584ECA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703978" y="1922172"/>
                  <a:ext cx="92160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9A8F429-1616-1C41-BC8B-1756CD2F09EE}"/>
                    </a:ext>
                  </a:extLst>
                </p14:cNvPr>
                <p14:cNvContentPartPr/>
                <p14:nvPr/>
              </p14:nvContentPartPr>
              <p14:xfrm>
                <a:off x="8800818" y="2695452"/>
                <a:ext cx="1146240" cy="907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9A8F429-1616-1C41-BC8B-1756CD2F09E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796498" y="2691132"/>
                  <a:ext cx="115488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3880129-56D2-CFD0-02EF-74D2D1D2345C}"/>
                    </a:ext>
                  </a:extLst>
                </p14:cNvPr>
                <p14:cNvContentPartPr/>
                <p14:nvPr/>
              </p14:nvContentPartPr>
              <p14:xfrm>
                <a:off x="8810178" y="3576012"/>
                <a:ext cx="1128240" cy="964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3880129-56D2-CFD0-02EF-74D2D1D2345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805858" y="3571692"/>
                  <a:ext cx="113688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D56510E-AEF3-AD19-4485-43A8A8DBF6F8}"/>
                    </a:ext>
                  </a:extLst>
                </p14:cNvPr>
                <p14:cNvContentPartPr/>
                <p14:nvPr/>
              </p14:nvContentPartPr>
              <p14:xfrm>
                <a:off x="8938698" y="4379172"/>
                <a:ext cx="1239480" cy="1141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D56510E-AEF3-AD19-4485-43A8A8DBF6F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34378" y="4374852"/>
                  <a:ext cx="1248120" cy="11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1F239326-DC98-9261-E5CB-3DCC10BBFE67}"/>
                  </a:ext>
                </a:extLst>
              </p14:cNvPr>
              <p14:cNvContentPartPr/>
              <p14:nvPr/>
            </p14:nvContentPartPr>
            <p14:xfrm>
              <a:off x="6850338" y="2365332"/>
              <a:ext cx="360" cy="3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1F239326-DC98-9261-E5CB-3DCC10BBFE67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6846018" y="236101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01077EDB-8F43-7133-5806-2A746EB8EBEA}"/>
                  </a:ext>
                </a:extLst>
              </p14:cNvPr>
              <p14:cNvContentPartPr/>
              <p14:nvPr/>
            </p14:nvContentPartPr>
            <p14:xfrm>
              <a:off x="6524178" y="2094252"/>
              <a:ext cx="984600" cy="7768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01077EDB-8F43-7133-5806-2A746EB8EBEA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6519858" y="2089932"/>
                <a:ext cx="993240" cy="78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789DEB6-361D-1C3E-E106-BB515D988D98}"/>
              </a:ext>
            </a:extLst>
          </p:cNvPr>
          <p:cNvGrpSpPr/>
          <p:nvPr/>
        </p:nvGrpSpPr>
        <p:grpSpPr>
          <a:xfrm>
            <a:off x="6570618" y="3099372"/>
            <a:ext cx="1162440" cy="2470320"/>
            <a:chOff x="6570618" y="3099372"/>
            <a:chExt cx="1162440" cy="24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1AED1C2-7E23-8DE8-4ACE-5720C64269A2}"/>
                    </a:ext>
                  </a:extLst>
                </p14:cNvPr>
                <p14:cNvContentPartPr/>
                <p14:nvPr/>
              </p14:nvContentPartPr>
              <p14:xfrm>
                <a:off x="6570618" y="3099372"/>
                <a:ext cx="1073160" cy="892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1AED1C2-7E23-8DE8-4ACE-5720C64269A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566298" y="3095052"/>
                  <a:ext cx="108180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DE3126F-67ED-4221-BF68-659C3CF93B8A}"/>
                    </a:ext>
                  </a:extLst>
                </p14:cNvPr>
                <p14:cNvContentPartPr/>
                <p14:nvPr/>
              </p14:nvContentPartPr>
              <p14:xfrm>
                <a:off x="6583938" y="3784092"/>
                <a:ext cx="1062720" cy="1002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DE3126F-67ED-4221-BF68-659C3CF93B8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579618" y="3779772"/>
                  <a:ext cx="1071360" cy="10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4D02554-5910-0A7C-7E05-685DB6324E7F}"/>
                    </a:ext>
                  </a:extLst>
                </p14:cNvPr>
                <p14:cNvContentPartPr/>
                <p14:nvPr/>
              </p14:nvContentPartPr>
              <p14:xfrm>
                <a:off x="6735858" y="4608132"/>
                <a:ext cx="997200" cy="961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4D02554-5910-0A7C-7E05-685DB6324E7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731538" y="4603812"/>
                  <a:ext cx="1005840" cy="9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DA830664-FAEB-AE7D-40C0-675786213C8E}"/>
                  </a:ext>
                </a:extLst>
              </p14:cNvPr>
              <p14:cNvContentPartPr/>
              <p14:nvPr/>
            </p14:nvContentPartPr>
            <p14:xfrm>
              <a:off x="4456698" y="2071932"/>
              <a:ext cx="1044360" cy="7970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DA830664-FAEB-AE7D-40C0-675786213C8E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4452378" y="2067612"/>
                <a:ext cx="1053000" cy="80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458C19D2-B672-50A4-FB8B-FACAA976CEB8}"/>
              </a:ext>
            </a:extLst>
          </p:cNvPr>
          <p:cNvGrpSpPr/>
          <p:nvPr/>
        </p:nvGrpSpPr>
        <p:grpSpPr>
          <a:xfrm>
            <a:off x="4452738" y="3101892"/>
            <a:ext cx="1121040" cy="2752560"/>
            <a:chOff x="4452738" y="3101892"/>
            <a:chExt cx="1121040" cy="275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55DC542-E7BD-4E3D-0671-0C97E079E6F0}"/>
                    </a:ext>
                  </a:extLst>
                </p14:cNvPr>
                <p14:cNvContentPartPr/>
                <p14:nvPr/>
              </p14:nvContentPartPr>
              <p14:xfrm>
                <a:off x="4452738" y="3101892"/>
                <a:ext cx="1059480" cy="918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55DC542-E7BD-4E3D-0671-0C97E079E6F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448418" y="3097572"/>
                  <a:ext cx="1068120" cy="9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607EB87-2D39-ED41-5D20-E9B217BFF883}"/>
                    </a:ext>
                  </a:extLst>
                </p14:cNvPr>
                <p14:cNvContentPartPr/>
                <p14:nvPr/>
              </p14:nvContentPartPr>
              <p14:xfrm>
                <a:off x="4454178" y="3932772"/>
                <a:ext cx="1119600" cy="960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607EB87-2D39-ED41-5D20-E9B217BFF88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449858" y="3928452"/>
                  <a:ext cx="112824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391402D-54A6-694C-58A2-1BCB42029175}"/>
                    </a:ext>
                  </a:extLst>
                </p14:cNvPr>
                <p14:cNvContentPartPr/>
                <p14:nvPr/>
              </p14:nvContentPartPr>
              <p14:xfrm>
                <a:off x="4543818" y="4812252"/>
                <a:ext cx="976680" cy="1042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391402D-54A6-694C-58A2-1BCB4202917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539498" y="4807932"/>
                  <a:ext cx="985320" cy="10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62F0FCE1-ACCE-EB40-72BF-3AB16183CC95}"/>
              </a:ext>
            </a:extLst>
          </p:cNvPr>
          <p:cNvGrpSpPr/>
          <p:nvPr/>
        </p:nvGrpSpPr>
        <p:grpSpPr>
          <a:xfrm>
            <a:off x="2505498" y="2421492"/>
            <a:ext cx="1146600" cy="2768040"/>
            <a:chOff x="2505498" y="2421492"/>
            <a:chExt cx="1146600" cy="27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FDAA9D1-E2C0-E30B-6E66-BDF3A4D26B12}"/>
                    </a:ext>
                  </a:extLst>
                </p14:cNvPr>
                <p14:cNvContentPartPr/>
                <p14:nvPr/>
              </p14:nvContentPartPr>
              <p14:xfrm>
                <a:off x="2505498" y="2421492"/>
                <a:ext cx="891720" cy="824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FDAA9D1-E2C0-E30B-6E66-BDF3A4D26B1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501178" y="2417172"/>
                  <a:ext cx="90036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635A014-E449-9AB6-1EED-6E8CB278C97A}"/>
                    </a:ext>
                  </a:extLst>
                </p14:cNvPr>
                <p14:cNvContentPartPr/>
                <p14:nvPr/>
              </p14:nvContentPartPr>
              <p14:xfrm>
                <a:off x="2575698" y="3215292"/>
                <a:ext cx="1076400" cy="911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635A014-E449-9AB6-1EED-6E8CB278C97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571378" y="3210972"/>
                  <a:ext cx="108504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9BB9F92-BD79-1007-01B8-BE6E0289937B}"/>
                    </a:ext>
                  </a:extLst>
                </p14:cNvPr>
                <p14:cNvContentPartPr/>
                <p14:nvPr/>
              </p14:nvContentPartPr>
              <p14:xfrm>
                <a:off x="2582898" y="4132212"/>
                <a:ext cx="1022040" cy="1057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9BB9F92-BD79-1007-01B8-BE6E0289937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578578" y="4127892"/>
                  <a:ext cx="1030680" cy="10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99476DF9-028C-58FD-510C-11E2A476F196}"/>
              </a:ext>
            </a:extLst>
          </p:cNvPr>
          <p:cNvGrpSpPr/>
          <p:nvPr/>
        </p:nvGrpSpPr>
        <p:grpSpPr>
          <a:xfrm>
            <a:off x="2468058" y="5044812"/>
            <a:ext cx="1369440" cy="1440000"/>
            <a:chOff x="2468058" y="5044812"/>
            <a:chExt cx="1369440" cy="144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CE3EA6D-83AE-A39D-C7AD-067F88AC0AAF}"/>
                    </a:ext>
                  </a:extLst>
                </p14:cNvPr>
                <p14:cNvContentPartPr/>
                <p14:nvPr/>
              </p14:nvContentPartPr>
              <p14:xfrm>
                <a:off x="2468058" y="5044812"/>
                <a:ext cx="1207440" cy="991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CE3EA6D-83AE-A39D-C7AD-067F88AC0AA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463738" y="5040492"/>
                  <a:ext cx="1216080" cy="10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365DDDE-9CCB-89C7-C69E-CC5994D59C14}"/>
                    </a:ext>
                  </a:extLst>
                </p14:cNvPr>
                <p14:cNvContentPartPr/>
                <p14:nvPr/>
              </p14:nvContentPartPr>
              <p14:xfrm>
                <a:off x="3137298" y="5586252"/>
                <a:ext cx="591840" cy="731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365DDDE-9CCB-89C7-C69E-CC5994D59C1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132978" y="5581932"/>
                  <a:ext cx="60048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4824887-6580-519A-43AB-7189C231B905}"/>
                    </a:ext>
                  </a:extLst>
                </p14:cNvPr>
                <p14:cNvContentPartPr/>
                <p14:nvPr/>
              </p14:nvContentPartPr>
              <p14:xfrm>
                <a:off x="3220818" y="5733132"/>
                <a:ext cx="616680" cy="751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4824887-6580-519A-43AB-7189C231B90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216498" y="5728812"/>
                  <a:ext cx="625320" cy="76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244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498E01-2EFA-6C8F-8947-93136911E19C}"/>
                  </a:ext>
                </a:extLst>
              </p14:cNvPr>
              <p14:cNvContentPartPr/>
              <p14:nvPr/>
            </p14:nvContentPartPr>
            <p14:xfrm>
              <a:off x="2244138" y="270157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498E01-2EFA-6C8F-8947-93136911E1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8018" y="26954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7D3A95-8018-A9A7-4991-858FF0DE09EF}"/>
                  </a:ext>
                </a:extLst>
              </p14:cNvPr>
              <p14:cNvContentPartPr/>
              <p14:nvPr/>
            </p14:nvContentPartPr>
            <p14:xfrm>
              <a:off x="1096098" y="929292"/>
              <a:ext cx="229680" cy="4506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7D3A95-8018-A9A7-4991-858FF0DE09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9978" y="923172"/>
                <a:ext cx="241920" cy="45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459B5A4-55DC-1737-9F2A-6FAC079FFFF1}"/>
              </a:ext>
            </a:extLst>
          </p:cNvPr>
          <p:cNvGrpSpPr/>
          <p:nvPr/>
        </p:nvGrpSpPr>
        <p:grpSpPr>
          <a:xfrm>
            <a:off x="1332978" y="5181252"/>
            <a:ext cx="8037720" cy="412560"/>
            <a:chOff x="1332978" y="5181252"/>
            <a:chExt cx="803772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1279B6B-F54F-77B5-CFD1-68B60F8CAA94}"/>
                    </a:ext>
                  </a:extLst>
                </p14:cNvPr>
                <p14:cNvContentPartPr/>
                <p14:nvPr/>
              </p14:nvContentPartPr>
              <p14:xfrm>
                <a:off x="1332978" y="5335332"/>
                <a:ext cx="8037720" cy="258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1279B6B-F54F-77B5-CFD1-68B60F8CAA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26858" y="5329212"/>
                  <a:ext cx="8049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C78DB2-1FCC-5AE5-BF47-2CAFA152C11E}"/>
                    </a:ext>
                  </a:extLst>
                </p14:cNvPr>
                <p14:cNvContentPartPr/>
                <p14:nvPr/>
              </p14:nvContentPartPr>
              <p14:xfrm>
                <a:off x="9117618" y="5181252"/>
                <a:ext cx="109800" cy="30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C78DB2-1FCC-5AE5-BF47-2CAFA152C1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11498" y="5175132"/>
                  <a:ext cx="12204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786FF29-E9ED-F07E-9E57-28C50D22EA25}"/>
                  </a:ext>
                </a:extLst>
              </p14:cNvPr>
              <p14:cNvContentPartPr/>
              <p14:nvPr/>
            </p14:nvContentPartPr>
            <p14:xfrm>
              <a:off x="1029498" y="864852"/>
              <a:ext cx="207000" cy="22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786FF29-E9ED-F07E-9E57-28C50D22EA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3378" y="858732"/>
                <a:ext cx="21924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1093572-9C8E-19EA-DE13-B2789E0B31CF}"/>
              </a:ext>
            </a:extLst>
          </p:cNvPr>
          <p:cNvGrpSpPr/>
          <p:nvPr/>
        </p:nvGrpSpPr>
        <p:grpSpPr>
          <a:xfrm>
            <a:off x="4545258" y="6345492"/>
            <a:ext cx="358560" cy="313200"/>
            <a:chOff x="4545258" y="6345492"/>
            <a:chExt cx="35856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72D130-2D75-6B18-D912-8FD7161433A4}"/>
                    </a:ext>
                  </a:extLst>
                </p14:cNvPr>
                <p14:cNvContentPartPr/>
                <p14:nvPr/>
              </p14:nvContentPartPr>
              <p14:xfrm>
                <a:off x="4588458" y="6345492"/>
                <a:ext cx="86040" cy="31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72D130-2D75-6B18-D912-8FD7161433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82338" y="6339372"/>
                  <a:ext cx="982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F4B9B-F5AB-2A9D-5803-394809269894}"/>
                    </a:ext>
                  </a:extLst>
                </p14:cNvPr>
                <p14:cNvContentPartPr/>
                <p14:nvPr/>
              </p14:nvContentPartPr>
              <p14:xfrm>
                <a:off x="4545258" y="6400572"/>
                <a:ext cx="151560" cy="129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F4B9B-F5AB-2A9D-5803-3948092698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39138" y="6394452"/>
                  <a:ext cx="163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6A3A98-C850-F541-72DD-AB339C8C3240}"/>
                    </a:ext>
                  </a:extLst>
                </p14:cNvPr>
                <p14:cNvContentPartPr/>
                <p14:nvPr/>
              </p14:nvContentPartPr>
              <p14:xfrm>
                <a:off x="4750818" y="6422532"/>
                <a:ext cx="153000" cy="148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6A3A98-C850-F541-72DD-AB339C8C32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44698" y="6416412"/>
                  <a:ext cx="16524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0BE3F3-37E0-2CF6-D1DE-938403E662A6}"/>
              </a:ext>
            </a:extLst>
          </p:cNvPr>
          <p:cNvGrpSpPr/>
          <p:nvPr/>
        </p:nvGrpSpPr>
        <p:grpSpPr>
          <a:xfrm>
            <a:off x="5512578" y="6345492"/>
            <a:ext cx="288360" cy="205200"/>
            <a:chOff x="5512578" y="6345492"/>
            <a:chExt cx="28836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CF47B4-3D97-229C-6001-6046C678276D}"/>
                    </a:ext>
                  </a:extLst>
                </p14:cNvPr>
                <p14:cNvContentPartPr/>
                <p14:nvPr/>
              </p14:nvContentPartPr>
              <p14:xfrm>
                <a:off x="5512578" y="6375012"/>
                <a:ext cx="288360" cy="41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CF47B4-3D97-229C-6001-6046C67827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06458" y="6368892"/>
                  <a:ext cx="300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8EEECB-452A-E3D1-8305-E06FFC761BB7}"/>
                    </a:ext>
                  </a:extLst>
                </p14:cNvPr>
                <p14:cNvContentPartPr/>
                <p14:nvPr/>
              </p14:nvContentPartPr>
              <p14:xfrm>
                <a:off x="5600418" y="6345492"/>
                <a:ext cx="121320" cy="205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8EEECB-452A-E3D1-8305-E06FFC761B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94298" y="6339372"/>
                  <a:ext cx="1335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A43271-34BE-97EA-7175-31805D467CE9}"/>
              </a:ext>
            </a:extLst>
          </p:cNvPr>
          <p:cNvGrpSpPr/>
          <p:nvPr/>
        </p:nvGrpSpPr>
        <p:grpSpPr>
          <a:xfrm>
            <a:off x="4927218" y="6385452"/>
            <a:ext cx="370080" cy="203040"/>
            <a:chOff x="4927218" y="6385452"/>
            <a:chExt cx="37008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AC5721-799E-934A-281F-18BC407D6EF3}"/>
                    </a:ext>
                  </a:extLst>
                </p14:cNvPr>
                <p14:cNvContentPartPr/>
                <p14:nvPr/>
              </p14:nvContentPartPr>
              <p14:xfrm>
                <a:off x="4927218" y="6474372"/>
                <a:ext cx="106920" cy="112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AC5721-799E-934A-281F-18BC407D6E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21098" y="6468252"/>
                  <a:ext cx="119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895BD5-9A15-44F3-0A18-882571B410A9}"/>
                    </a:ext>
                  </a:extLst>
                </p14:cNvPr>
                <p14:cNvContentPartPr/>
                <p14:nvPr/>
              </p14:nvContentPartPr>
              <p14:xfrm>
                <a:off x="5062578" y="6385452"/>
                <a:ext cx="234720" cy="20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895BD5-9A15-44F3-0A18-882571B410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56458" y="6379332"/>
                  <a:ext cx="24696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5551652-B0E2-93C9-E9AC-41AE76719FE9}"/>
                  </a:ext>
                </a:extLst>
              </p14:cNvPr>
              <p14:cNvContentPartPr/>
              <p14:nvPr/>
            </p14:nvContentPartPr>
            <p14:xfrm>
              <a:off x="1170618" y="3066612"/>
              <a:ext cx="159840" cy="42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5551652-B0E2-93C9-E9AC-41AE76719FE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64498" y="3060492"/>
                <a:ext cx="17208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EA222644-8307-2D06-C388-807303049705}"/>
              </a:ext>
            </a:extLst>
          </p:cNvPr>
          <p:cNvGrpSpPr/>
          <p:nvPr/>
        </p:nvGrpSpPr>
        <p:grpSpPr>
          <a:xfrm>
            <a:off x="159378" y="3072372"/>
            <a:ext cx="809640" cy="1415160"/>
            <a:chOff x="159378" y="3072372"/>
            <a:chExt cx="809640" cy="14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71D1169-C8E8-4D5F-03C0-10834B422F73}"/>
                    </a:ext>
                  </a:extLst>
                </p14:cNvPr>
                <p14:cNvContentPartPr/>
                <p14:nvPr/>
              </p14:nvContentPartPr>
              <p14:xfrm>
                <a:off x="210138" y="3708132"/>
                <a:ext cx="88200" cy="379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71D1169-C8E8-4D5F-03C0-10834B422F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4018" y="3702012"/>
                  <a:ext cx="1004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737B82-C29E-C4BE-0CAD-8B31E61468F0}"/>
                    </a:ext>
                  </a:extLst>
                </p14:cNvPr>
                <p14:cNvContentPartPr/>
                <p14:nvPr/>
              </p14:nvContentPartPr>
              <p14:xfrm>
                <a:off x="159378" y="3649092"/>
                <a:ext cx="119520" cy="165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737B82-C29E-C4BE-0CAD-8B31E61468F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258" y="3642972"/>
                  <a:ext cx="131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9E10D4-EB42-C95B-F325-12BD2D7CEDA2}"/>
                    </a:ext>
                  </a:extLst>
                </p14:cNvPr>
                <p14:cNvContentPartPr/>
                <p14:nvPr/>
              </p14:nvContentPartPr>
              <p14:xfrm>
                <a:off x="305538" y="3706692"/>
                <a:ext cx="169560" cy="19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9E10D4-EB42-C95B-F325-12BD2D7CEDA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9418" y="3700572"/>
                  <a:ext cx="181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F79632-7D29-A0E6-5625-B6AABB8671A7}"/>
                    </a:ext>
                  </a:extLst>
                </p14:cNvPr>
                <p14:cNvContentPartPr/>
                <p14:nvPr/>
              </p14:nvContentPartPr>
              <p14:xfrm>
                <a:off x="475458" y="3724692"/>
                <a:ext cx="34920" cy="20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F79632-7D29-A0E6-5625-B6AABB8671A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9338" y="3718572"/>
                  <a:ext cx="47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34597D-9465-F790-8514-603CD2A941BB}"/>
                    </a:ext>
                  </a:extLst>
                </p14:cNvPr>
                <p14:cNvContentPartPr/>
                <p14:nvPr/>
              </p14:nvContentPartPr>
              <p14:xfrm>
                <a:off x="461418" y="3464412"/>
                <a:ext cx="191160" cy="504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34597D-9465-F790-8514-603CD2A941B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5298" y="3458292"/>
                  <a:ext cx="20340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83499A-6F7A-DFB6-64D0-4411DB303734}"/>
                    </a:ext>
                  </a:extLst>
                </p14:cNvPr>
                <p14:cNvContentPartPr/>
                <p14:nvPr/>
              </p14:nvContentPartPr>
              <p14:xfrm>
                <a:off x="620178" y="3588612"/>
                <a:ext cx="45720" cy="127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83499A-6F7A-DFB6-64D0-4411DB3037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4058" y="3582492"/>
                  <a:ext cx="57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1631D3-3DFF-28BD-8704-3B5B10090115}"/>
                    </a:ext>
                  </a:extLst>
                </p14:cNvPr>
                <p14:cNvContentPartPr/>
                <p14:nvPr/>
              </p14:nvContentPartPr>
              <p14:xfrm>
                <a:off x="578418" y="3453252"/>
                <a:ext cx="1080" cy="21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1631D3-3DFF-28BD-8704-3B5B100901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2298" y="3447132"/>
                  <a:ext cx="13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F3DEB8B-0E8C-A052-7D30-E3EB70E45AF3}"/>
                    </a:ext>
                  </a:extLst>
                </p14:cNvPr>
                <p14:cNvContentPartPr/>
                <p14:nvPr/>
              </p14:nvContentPartPr>
              <p14:xfrm>
                <a:off x="645018" y="3367932"/>
                <a:ext cx="97200" cy="28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F3DEB8B-0E8C-A052-7D30-E3EB70E45A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8898" y="3361812"/>
                  <a:ext cx="109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E6B91-84E3-B7F1-D419-F7BBEC232A3E}"/>
                    </a:ext>
                  </a:extLst>
                </p14:cNvPr>
                <p14:cNvContentPartPr/>
                <p14:nvPr/>
              </p14:nvContentPartPr>
              <p14:xfrm>
                <a:off x="428658" y="3680412"/>
                <a:ext cx="64800" cy="92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E6B91-84E3-B7F1-D419-F7BBEC232A3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2538" y="3674292"/>
                  <a:ext cx="77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C071A2-F6BE-B153-2527-64C6DFAD26F5}"/>
                    </a:ext>
                  </a:extLst>
                </p14:cNvPr>
                <p14:cNvContentPartPr/>
                <p14:nvPr/>
              </p14:nvContentPartPr>
              <p14:xfrm>
                <a:off x="531618" y="4118892"/>
                <a:ext cx="30960" cy="368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C071A2-F6BE-B153-2527-64C6DFAD26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5498" y="4112772"/>
                  <a:ext cx="432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7CE5AB0-DBF0-8B65-EA12-970CAEC13184}"/>
                    </a:ext>
                  </a:extLst>
                </p14:cNvPr>
                <p14:cNvContentPartPr/>
                <p14:nvPr/>
              </p14:nvContentPartPr>
              <p14:xfrm>
                <a:off x="491298" y="4285212"/>
                <a:ext cx="177840" cy="141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7CE5AB0-DBF0-8B65-EA12-970CAEC1318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5178" y="4279092"/>
                  <a:ext cx="190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EA3AC9-E42D-21A1-B1C4-96A8F7460860}"/>
                    </a:ext>
                  </a:extLst>
                </p14:cNvPr>
                <p14:cNvContentPartPr/>
                <p14:nvPr/>
              </p14:nvContentPartPr>
              <p14:xfrm>
                <a:off x="835098" y="3072372"/>
                <a:ext cx="61560" cy="176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EA3AC9-E42D-21A1-B1C4-96A8F746086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8978" y="3066252"/>
                  <a:ext cx="73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DBB27C-A066-0DE9-821A-A695E4BA1FA6}"/>
                    </a:ext>
                  </a:extLst>
                </p14:cNvPr>
                <p14:cNvContentPartPr/>
                <p14:nvPr/>
              </p14:nvContentPartPr>
              <p14:xfrm>
                <a:off x="864978" y="3218892"/>
                <a:ext cx="104040" cy="3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DBB27C-A066-0DE9-821A-A695E4BA1F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8858" y="3212772"/>
                  <a:ext cx="11628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F501ABC-83D7-FE27-AFD2-DDF26D54366E}"/>
                  </a:ext>
                </a:extLst>
              </p14:cNvPr>
              <p14:cNvContentPartPr/>
              <p14:nvPr/>
            </p14:nvContentPartPr>
            <p14:xfrm>
              <a:off x="1116258" y="1511772"/>
              <a:ext cx="107640" cy="17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F501ABC-83D7-FE27-AFD2-DDF26D54366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10138" y="1505652"/>
                <a:ext cx="1198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0FEF411-625B-4816-39DC-0AB5DDC7C622}"/>
                  </a:ext>
                </a:extLst>
              </p14:cNvPr>
              <p14:cNvContentPartPr/>
              <p14:nvPr/>
            </p14:nvContentPartPr>
            <p14:xfrm>
              <a:off x="695418" y="1571892"/>
              <a:ext cx="221760" cy="1836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0FEF411-625B-4816-39DC-0AB5DDC7C62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89298" y="1565772"/>
                <a:ext cx="23400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F18B62C7-9AC9-1783-6EAA-83CBB20A7637}"/>
              </a:ext>
            </a:extLst>
          </p:cNvPr>
          <p:cNvGrpSpPr/>
          <p:nvPr/>
        </p:nvGrpSpPr>
        <p:grpSpPr>
          <a:xfrm>
            <a:off x="8756538" y="297852"/>
            <a:ext cx="780480" cy="547200"/>
            <a:chOff x="8756538" y="297852"/>
            <a:chExt cx="780480" cy="54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86B5490-9F4B-94F2-79B3-4E2DFD04A9BC}"/>
                    </a:ext>
                  </a:extLst>
                </p14:cNvPr>
                <p14:cNvContentPartPr/>
                <p14:nvPr/>
              </p14:nvContentPartPr>
              <p14:xfrm>
                <a:off x="8756538" y="408732"/>
                <a:ext cx="158760" cy="214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86B5490-9F4B-94F2-79B3-4E2DFD04A9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50418" y="402612"/>
                  <a:ext cx="171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91C288-1068-FCD5-D757-1A1177CD8B86}"/>
                    </a:ext>
                  </a:extLst>
                </p14:cNvPr>
                <p14:cNvContentPartPr/>
                <p14:nvPr/>
              </p14:nvContentPartPr>
              <p14:xfrm>
                <a:off x="8857338" y="297852"/>
                <a:ext cx="69120" cy="337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91C288-1068-FCD5-D757-1A1177CD8B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51218" y="291732"/>
                  <a:ext cx="813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E9A4E0-0761-A6B6-276F-F0A4DB66B913}"/>
                    </a:ext>
                  </a:extLst>
                </p14:cNvPr>
                <p14:cNvContentPartPr/>
                <p14:nvPr/>
              </p14:nvContentPartPr>
              <p14:xfrm>
                <a:off x="9004938" y="467772"/>
                <a:ext cx="63720" cy="117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E9A4E0-0761-A6B6-276F-F0A4DB66B9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98818" y="461652"/>
                  <a:ext cx="75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66F27E-E2A8-A7A8-CD61-D99643256F66}"/>
                    </a:ext>
                  </a:extLst>
                </p14:cNvPr>
                <p14:cNvContentPartPr/>
                <p14:nvPr/>
              </p14:nvContentPartPr>
              <p14:xfrm>
                <a:off x="9124098" y="390372"/>
                <a:ext cx="186120" cy="244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66F27E-E2A8-A7A8-CD61-D99643256F6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17978" y="384252"/>
                  <a:ext cx="198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5CBC95C-15EF-9E56-F3B3-5E972E25FE2A}"/>
                    </a:ext>
                  </a:extLst>
                </p14:cNvPr>
                <p14:cNvContentPartPr/>
                <p14:nvPr/>
              </p14:nvContentPartPr>
              <p14:xfrm>
                <a:off x="9311658" y="366972"/>
                <a:ext cx="18360" cy="240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5CBC95C-15EF-9E56-F3B3-5E972E25FE2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05538" y="360852"/>
                  <a:ext cx="30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E1E8DE-7F55-FE36-F3B1-34A69CCC07DA}"/>
                    </a:ext>
                  </a:extLst>
                </p14:cNvPr>
                <p14:cNvContentPartPr/>
                <p14:nvPr/>
              </p14:nvContentPartPr>
              <p14:xfrm>
                <a:off x="9282498" y="354372"/>
                <a:ext cx="254520" cy="211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E1E8DE-7F55-FE36-F3B1-34A69CCC07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76378" y="348252"/>
                  <a:ext cx="266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D7C0735-365D-773B-22CF-84BAE33D6836}"/>
                    </a:ext>
                  </a:extLst>
                </p14:cNvPr>
                <p14:cNvContentPartPr/>
                <p14:nvPr/>
              </p14:nvContentPartPr>
              <p14:xfrm>
                <a:off x="9115458" y="717252"/>
                <a:ext cx="275400" cy="40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D7C0735-365D-773B-22CF-84BAE33D68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09338" y="711132"/>
                  <a:ext cx="287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A64EDD-99E6-3BAD-F877-240BCDEEE400}"/>
                    </a:ext>
                  </a:extLst>
                </p14:cNvPr>
                <p14:cNvContentPartPr/>
                <p14:nvPr/>
              </p14:nvContentPartPr>
              <p14:xfrm>
                <a:off x="9236418" y="824532"/>
                <a:ext cx="150840" cy="2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A64EDD-99E6-3BAD-F877-240BCDEEE4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30298" y="818412"/>
                  <a:ext cx="1630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8BBD4CB-5597-BBAD-CC02-F0FADDA58D4F}"/>
              </a:ext>
            </a:extLst>
          </p:cNvPr>
          <p:cNvGrpSpPr/>
          <p:nvPr/>
        </p:nvGrpSpPr>
        <p:grpSpPr>
          <a:xfrm>
            <a:off x="10348818" y="135852"/>
            <a:ext cx="1550880" cy="665640"/>
            <a:chOff x="10348818" y="135852"/>
            <a:chExt cx="1550880" cy="66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878DA1-4368-AFAF-044D-C5BB0A13F3D1}"/>
                    </a:ext>
                  </a:extLst>
                </p14:cNvPr>
                <p14:cNvContentPartPr/>
                <p14:nvPr/>
              </p14:nvContentPartPr>
              <p14:xfrm>
                <a:off x="10348818" y="329892"/>
                <a:ext cx="18360" cy="270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878DA1-4368-AFAF-044D-C5BB0A13F3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42698" y="323772"/>
                  <a:ext cx="306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CE87B3B-9627-10B0-62A4-2991BDF013C7}"/>
                    </a:ext>
                  </a:extLst>
                </p14:cNvPr>
                <p14:cNvContentPartPr/>
                <p14:nvPr/>
              </p14:nvContentPartPr>
              <p14:xfrm>
                <a:off x="10367538" y="298212"/>
                <a:ext cx="83880" cy="127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CE87B3B-9627-10B0-62A4-2991BDF013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61418" y="292092"/>
                  <a:ext cx="96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84DC6DC-AD0F-8748-CB3C-EE381E51DB29}"/>
                    </a:ext>
                  </a:extLst>
                </p14:cNvPr>
                <p14:cNvContentPartPr/>
                <p14:nvPr/>
              </p14:nvContentPartPr>
              <p14:xfrm>
                <a:off x="10495698" y="346452"/>
                <a:ext cx="187200" cy="17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84DC6DC-AD0F-8748-CB3C-EE381E51DB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89578" y="340332"/>
                  <a:ext cx="199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C3816D6-CF42-F40A-0D8E-D627E1C45A91}"/>
                    </a:ext>
                  </a:extLst>
                </p14:cNvPr>
                <p14:cNvContentPartPr/>
                <p14:nvPr/>
              </p14:nvContentPartPr>
              <p14:xfrm>
                <a:off x="10687938" y="371652"/>
                <a:ext cx="65160" cy="41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C3816D6-CF42-F40A-0D8E-D627E1C45A9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81818" y="365532"/>
                  <a:ext cx="77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C994681-73A9-4896-5647-41B6179D3C1F}"/>
                    </a:ext>
                  </a:extLst>
                </p14:cNvPr>
                <p14:cNvContentPartPr/>
                <p14:nvPr/>
              </p14:nvContentPartPr>
              <p14:xfrm>
                <a:off x="10801338" y="235932"/>
                <a:ext cx="118080" cy="474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C994681-73A9-4896-5647-41B6179D3C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795218" y="229812"/>
                  <a:ext cx="13032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D95A96-8894-FECD-08C9-AA360B44EC92}"/>
                    </a:ext>
                  </a:extLst>
                </p14:cNvPr>
                <p14:cNvContentPartPr/>
                <p14:nvPr/>
              </p14:nvContentPartPr>
              <p14:xfrm>
                <a:off x="10974498" y="318372"/>
                <a:ext cx="15120" cy="14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D95A96-8894-FECD-08C9-AA360B44EC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68378" y="312252"/>
                  <a:ext cx="27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9BA2690-2621-E072-DA60-F2E11AD27743}"/>
                    </a:ext>
                  </a:extLst>
                </p14:cNvPr>
                <p14:cNvContentPartPr/>
                <p14:nvPr/>
              </p14:nvContentPartPr>
              <p14:xfrm>
                <a:off x="10993938" y="212532"/>
                <a:ext cx="360" cy="8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9BA2690-2621-E072-DA60-F2E11AD2774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87818" y="206412"/>
                  <a:ext cx="12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4085D1-F86F-A625-7565-A6E88D1F706E}"/>
                    </a:ext>
                  </a:extLst>
                </p14:cNvPr>
                <p14:cNvContentPartPr/>
                <p14:nvPr/>
              </p14:nvContentPartPr>
              <p14:xfrm>
                <a:off x="11091498" y="215772"/>
                <a:ext cx="109800" cy="286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4085D1-F86F-A625-7565-A6E88D1F70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85378" y="209652"/>
                  <a:ext cx="122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7745E3D-4474-4FAE-4520-494E89E288C8}"/>
                    </a:ext>
                  </a:extLst>
                </p14:cNvPr>
                <p14:cNvContentPartPr/>
                <p14:nvPr/>
              </p14:nvContentPartPr>
              <p14:xfrm>
                <a:off x="11391018" y="169692"/>
                <a:ext cx="152640" cy="23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7745E3D-4474-4FAE-4520-494E89E288C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384898" y="163572"/>
                  <a:ext cx="164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EDA7E1-DA34-EE6C-8204-3CB195F76E11}"/>
                    </a:ext>
                  </a:extLst>
                </p14:cNvPr>
                <p14:cNvContentPartPr/>
                <p14:nvPr/>
              </p14:nvContentPartPr>
              <p14:xfrm>
                <a:off x="11538978" y="350052"/>
                <a:ext cx="19800" cy="8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EDA7E1-DA34-EE6C-8204-3CB195F76E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532858" y="343932"/>
                  <a:ext cx="320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43DD6A8-D389-4471-24AF-78ADF7F11C4E}"/>
                    </a:ext>
                  </a:extLst>
                </p14:cNvPr>
                <p14:cNvContentPartPr/>
                <p14:nvPr/>
              </p14:nvContentPartPr>
              <p14:xfrm>
                <a:off x="11526378" y="255372"/>
                <a:ext cx="104760" cy="140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43DD6A8-D389-4471-24AF-78ADF7F11C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520258" y="249252"/>
                  <a:ext cx="117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B62F16F-E10F-2CB9-62CA-0421F1A43D0F}"/>
                    </a:ext>
                  </a:extLst>
                </p14:cNvPr>
                <p14:cNvContentPartPr/>
                <p14:nvPr/>
              </p14:nvContentPartPr>
              <p14:xfrm>
                <a:off x="11634018" y="232332"/>
                <a:ext cx="146880" cy="15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B62F16F-E10F-2CB9-62CA-0421F1A43D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27898" y="226212"/>
                  <a:ext cx="159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B995C2D-148E-83E8-E992-B33C2B4FEEE1}"/>
                    </a:ext>
                  </a:extLst>
                </p14:cNvPr>
                <p14:cNvContentPartPr/>
                <p14:nvPr/>
              </p14:nvContentPartPr>
              <p14:xfrm>
                <a:off x="11762538" y="135852"/>
                <a:ext cx="70560" cy="290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B995C2D-148E-83E8-E992-B33C2B4FEE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56418" y="129732"/>
                  <a:ext cx="828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3C691C-87ED-61E8-8525-BE9CA4B8B105}"/>
                    </a:ext>
                  </a:extLst>
                </p14:cNvPr>
                <p14:cNvContentPartPr/>
                <p14:nvPr/>
              </p14:nvContentPartPr>
              <p14:xfrm>
                <a:off x="10586058" y="571092"/>
                <a:ext cx="1102320" cy="230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3C691C-87ED-61E8-8525-BE9CA4B8B10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79938" y="564972"/>
                  <a:ext cx="1114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EA75AA6-352C-3503-5EE4-9AC3E6CCC7C1}"/>
                    </a:ext>
                  </a:extLst>
                </p14:cNvPr>
                <p14:cNvContentPartPr/>
                <p14:nvPr/>
              </p14:nvContentPartPr>
              <p14:xfrm>
                <a:off x="11851458" y="536532"/>
                <a:ext cx="48240" cy="7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EA75AA6-352C-3503-5EE4-9AC3E6CCC7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844978" y="530412"/>
                  <a:ext cx="604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BCF3B16-FC45-9FA0-2F10-44F49FE89660}"/>
              </a:ext>
            </a:extLst>
          </p:cNvPr>
          <p:cNvGrpSpPr/>
          <p:nvPr/>
        </p:nvGrpSpPr>
        <p:grpSpPr>
          <a:xfrm>
            <a:off x="2454738" y="5475012"/>
            <a:ext cx="398520" cy="626400"/>
            <a:chOff x="2454738" y="5475012"/>
            <a:chExt cx="398520" cy="62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4C783A-D184-FD89-C8B1-E90EE208FF24}"/>
                    </a:ext>
                  </a:extLst>
                </p14:cNvPr>
                <p14:cNvContentPartPr/>
                <p14:nvPr/>
              </p14:nvContentPartPr>
              <p14:xfrm>
                <a:off x="2606658" y="5475012"/>
                <a:ext cx="93600" cy="262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4C783A-D184-FD89-C8B1-E90EE208FF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00538" y="5468892"/>
                  <a:ext cx="1058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DADC52-2469-FF7B-CA12-4F1848EBB972}"/>
                    </a:ext>
                  </a:extLst>
                </p14:cNvPr>
                <p14:cNvContentPartPr/>
                <p14:nvPr/>
              </p14:nvContentPartPr>
              <p14:xfrm>
                <a:off x="2454738" y="5897652"/>
                <a:ext cx="137520" cy="203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DADC52-2469-FF7B-CA12-4F1848EBB97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48618" y="5891532"/>
                  <a:ext cx="149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BBFB689-A9D6-2EF2-49B0-F5C60573B00C}"/>
                    </a:ext>
                  </a:extLst>
                </p14:cNvPr>
                <p14:cNvContentPartPr/>
                <p14:nvPr/>
              </p14:nvContentPartPr>
              <p14:xfrm>
                <a:off x="2519178" y="5918892"/>
                <a:ext cx="95760" cy="76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BBFB689-A9D6-2EF2-49B0-F5C60573B0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13058" y="5912772"/>
                  <a:ext cx="108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C00545-264A-3D90-AB68-5A099B90D43E}"/>
                    </a:ext>
                  </a:extLst>
                </p14:cNvPr>
                <p14:cNvContentPartPr/>
                <p14:nvPr/>
              </p14:nvContentPartPr>
              <p14:xfrm>
                <a:off x="2667138" y="5880732"/>
                <a:ext cx="136800" cy="181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C00545-264A-3D90-AB68-5A099B90D43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61018" y="5874612"/>
                  <a:ext cx="149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1F8B9CA-47FA-8091-2EDF-E5F1D1735490}"/>
                    </a:ext>
                  </a:extLst>
                </p14:cNvPr>
                <p14:cNvContentPartPr/>
                <p14:nvPr/>
              </p14:nvContentPartPr>
              <p14:xfrm>
                <a:off x="2844618" y="5838612"/>
                <a:ext cx="8640" cy="259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1F8B9CA-47FA-8091-2EDF-E5F1D173549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38498" y="5832492"/>
                  <a:ext cx="20880" cy="27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43C2131-D6E8-C5D8-6522-0AC192464636}"/>
                  </a:ext>
                </a:extLst>
              </p14:cNvPr>
              <p14:cNvContentPartPr/>
              <p14:nvPr/>
            </p14:nvContentPartPr>
            <p14:xfrm>
              <a:off x="4101738" y="5403732"/>
              <a:ext cx="360" cy="146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43C2131-D6E8-C5D8-6522-0AC19246463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095618" y="5397612"/>
                <a:ext cx="12600" cy="1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DAA77A52-F2CF-750B-9C09-773F9D2A0A68}"/>
              </a:ext>
            </a:extLst>
          </p:cNvPr>
          <p:cNvGrpSpPr/>
          <p:nvPr/>
        </p:nvGrpSpPr>
        <p:grpSpPr>
          <a:xfrm>
            <a:off x="4005618" y="5765172"/>
            <a:ext cx="568440" cy="346320"/>
            <a:chOff x="4005618" y="5765172"/>
            <a:chExt cx="5684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34336DB-99B9-149C-55BE-C9518E3FF216}"/>
                    </a:ext>
                  </a:extLst>
                </p14:cNvPr>
                <p14:cNvContentPartPr/>
                <p14:nvPr/>
              </p14:nvContentPartPr>
              <p14:xfrm>
                <a:off x="4005618" y="5872452"/>
                <a:ext cx="132840" cy="239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34336DB-99B9-149C-55BE-C9518E3FF21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99498" y="5866332"/>
                  <a:ext cx="1450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F5B88E9-E8B5-0071-BBFB-139B9BD6BE59}"/>
                    </a:ext>
                  </a:extLst>
                </p14:cNvPr>
                <p14:cNvContentPartPr/>
                <p14:nvPr/>
              </p14:nvContentPartPr>
              <p14:xfrm>
                <a:off x="4094178" y="5910612"/>
                <a:ext cx="118080" cy="49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F5B88E9-E8B5-0071-BBFB-139B9BD6BE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88058" y="5904492"/>
                  <a:ext cx="130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A723DB4-41D5-FE9B-6B68-366B9EF1EF67}"/>
                    </a:ext>
                  </a:extLst>
                </p14:cNvPr>
                <p14:cNvContentPartPr/>
                <p14:nvPr/>
              </p14:nvContentPartPr>
              <p14:xfrm>
                <a:off x="4254738" y="5827812"/>
                <a:ext cx="129240" cy="146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A723DB4-41D5-FE9B-6B68-366B9EF1EF6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48618" y="5821692"/>
                  <a:ext cx="141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E26D9DF-AFA2-D2F7-BD58-8781A421B721}"/>
                    </a:ext>
                  </a:extLst>
                </p14:cNvPr>
                <p14:cNvContentPartPr/>
                <p14:nvPr/>
              </p14:nvContentPartPr>
              <p14:xfrm>
                <a:off x="4369218" y="5765172"/>
                <a:ext cx="204840" cy="182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E26D9DF-AFA2-D2F7-BD58-8781A421B7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63098" y="5759052"/>
                  <a:ext cx="21708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4612AB6-0354-7E95-0D0C-4585783CD0A8}"/>
              </a:ext>
            </a:extLst>
          </p:cNvPr>
          <p:cNvGrpSpPr/>
          <p:nvPr/>
        </p:nvGrpSpPr>
        <p:grpSpPr>
          <a:xfrm>
            <a:off x="5795178" y="5398332"/>
            <a:ext cx="523800" cy="670680"/>
            <a:chOff x="5795178" y="5398332"/>
            <a:chExt cx="523800" cy="67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38172E-63BA-0185-866C-76A0E0759181}"/>
                    </a:ext>
                  </a:extLst>
                </p14:cNvPr>
                <p14:cNvContentPartPr/>
                <p14:nvPr/>
              </p14:nvContentPartPr>
              <p14:xfrm>
                <a:off x="5838378" y="5398332"/>
                <a:ext cx="12960" cy="281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38172E-63BA-0185-866C-76A0E075918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32258" y="5392212"/>
                  <a:ext cx="252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D8F867A-8A15-1927-19A2-E9F75E71B333}"/>
                    </a:ext>
                  </a:extLst>
                </p14:cNvPr>
                <p14:cNvContentPartPr/>
                <p14:nvPr/>
              </p14:nvContentPartPr>
              <p14:xfrm>
                <a:off x="5795178" y="5881452"/>
                <a:ext cx="150120" cy="18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D8F867A-8A15-1927-19A2-E9F75E71B3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89058" y="5875332"/>
                  <a:ext cx="162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629A7D3-CEC8-E673-5C6B-AC9287BBD1BD}"/>
                    </a:ext>
                  </a:extLst>
                </p14:cNvPr>
                <p14:cNvContentPartPr/>
                <p14:nvPr/>
              </p14:nvContentPartPr>
              <p14:xfrm>
                <a:off x="5917938" y="5892612"/>
                <a:ext cx="86760" cy="82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629A7D3-CEC8-E673-5C6B-AC9287BBD1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11818" y="5886492"/>
                  <a:ext cx="99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DA180B-681C-2878-E05D-D53D6060D575}"/>
                    </a:ext>
                  </a:extLst>
                </p14:cNvPr>
                <p14:cNvContentPartPr/>
                <p14:nvPr/>
              </p14:nvContentPartPr>
              <p14:xfrm>
                <a:off x="6041778" y="5810892"/>
                <a:ext cx="130680" cy="150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DA180B-681C-2878-E05D-D53D6060D57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35658" y="5804772"/>
                  <a:ext cx="142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6E8596-8A75-7A05-F78B-1641536D5B0A}"/>
                    </a:ext>
                  </a:extLst>
                </p14:cNvPr>
                <p14:cNvContentPartPr/>
                <p14:nvPr/>
              </p14:nvContentPartPr>
              <p14:xfrm>
                <a:off x="6208098" y="5784612"/>
                <a:ext cx="110880" cy="194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6E8596-8A75-7A05-F78B-1641536D5B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01978" y="5778492"/>
                  <a:ext cx="12312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F544F65-549E-6F03-8E73-6109B34050EA}"/>
                  </a:ext>
                </a:extLst>
              </p14:cNvPr>
              <p14:cNvContentPartPr/>
              <p14:nvPr/>
            </p14:nvContentPartPr>
            <p14:xfrm>
              <a:off x="7476378" y="5316612"/>
              <a:ext cx="28800" cy="267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F544F65-549E-6F03-8E73-6109B34050E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470258" y="5310492"/>
                <a:ext cx="41040" cy="27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3ED6D28B-C479-01B9-46D9-2E97ECF4008D}"/>
              </a:ext>
            </a:extLst>
          </p:cNvPr>
          <p:cNvGrpSpPr/>
          <p:nvPr/>
        </p:nvGrpSpPr>
        <p:grpSpPr>
          <a:xfrm>
            <a:off x="7512378" y="5743572"/>
            <a:ext cx="635400" cy="451440"/>
            <a:chOff x="7512378" y="5743572"/>
            <a:chExt cx="63540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51176D5-BAC8-DB7A-556A-2C703DAD6155}"/>
                    </a:ext>
                  </a:extLst>
                </p14:cNvPr>
                <p14:cNvContentPartPr/>
                <p14:nvPr/>
              </p14:nvContentPartPr>
              <p14:xfrm>
                <a:off x="7512378" y="5769852"/>
                <a:ext cx="179640" cy="258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51176D5-BAC8-DB7A-556A-2C703DAD615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06258" y="5763732"/>
                  <a:ext cx="191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77E2881-E135-9B20-FD34-8E18ED8698C0}"/>
                    </a:ext>
                  </a:extLst>
                </p14:cNvPr>
                <p14:cNvContentPartPr/>
                <p14:nvPr/>
              </p14:nvContentPartPr>
              <p14:xfrm>
                <a:off x="7684818" y="5836812"/>
                <a:ext cx="94320" cy="84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77E2881-E135-9B20-FD34-8E18ED8698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78698" y="5830692"/>
                  <a:ext cx="106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80DBF1C-7EF3-909C-9BCC-F6D2C1B34542}"/>
                    </a:ext>
                  </a:extLst>
                </p14:cNvPr>
                <p14:cNvContentPartPr/>
                <p14:nvPr/>
              </p14:nvContentPartPr>
              <p14:xfrm>
                <a:off x="7848618" y="5743572"/>
                <a:ext cx="123840" cy="20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80DBF1C-7EF3-909C-9BCC-F6D2C1B3454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42498" y="5737452"/>
                  <a:ext cx="136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4796B01-3603-F8BA-E268-258D5D717871}"/>
                    </a:ext>
                  </a:extLst>
                </p14:cNvPr>
                <p14:cNvContentPartPr/>
                <p14:nvPr/>
              </p14:nvContentPartPr>
              <p14:xfrm>
                <a:off x="8048418" y="5758332"/>
                <a:ext cx="99360" cy="175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4796B01-3603-F8BA-E268-258D5D71787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42298" y="5752212"/>
                  <a:ext cx="1116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88C60A-152F-2926-00FD-1DF80C0383F5}"/>
                    </a:ext>
                  </a:extLst>
                </p14:cNvPr>
                <p14:cNvContentPartPr/>
                <p14:nvPr/>
              </p14:nvContentPartPr>
              <p14:xfrm>
                <a:off x="8111058" y="5818092"/>
                <a:ext cx="19080" cy="376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88C60A-152F-2926-00FD-1DF80C0383F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04938" y="5811972"/>
                  <a:ext cx="31320" cy="38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796C1F9-07F4-5475-5CC3-86CD3E2478CD}"/>
                  </a:ext>
                </a:extLst>
              </p14:cNvPr>
              <p14:cNvContentPartPr/>
              <p14:nvPr/>
            </p14:nvContentPartPr>
            <p14:xfrm>
              <a:off x="2079258" y="1278132"/>
              <a:ext cx="29160" cy="33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796C1F9-07F4-5475-5CC3-86CD3E2478C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073138" y="1272012"/>
                <a:ext cx="414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E451C09-6530-32E8-30D5-D1699D4BE315}"/>
                  </a:ext>
                </a:extLst>
              </p14:cNvPr>
              <p14:cNvContentPartPr/>
              <p14:nvPr/>
            </p14:nvContentPartPr>
            <p14:xfrm>
              <a:off x="3708618" y="908772"/>
              <a:ext cx="62280" cy="630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E451C09-6530-32E8-30D5-D1699D4BE31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702498" y="902652"/>
                <a:ext cx="745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9F8DBB8-72E8-BACA-C1EF-361191423622}"/>
                  </a:ext>
                </a:extLst>
              </p14:cNvPr>
              <p14:cNvContentPartPr/>
              <p14:nvPr/>
            </p14:nvContentPartPr>
            <p14:xfrm>
              <a:off x="5413218" y="995532"/>
              <a:ext cx="38160" cy="30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9F8DBB8-72E8-BACA-C1EF-36119142362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407098" y="989412"/>
                <a:ext cx="504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18C3961-1301-9375-B0C3-A76DAD8C6945}"/>
                  </a:ext>
                </a:extLst>
              </p14:cNvPr>
              <p14:cNvContentPartPr/>
              <p14:nvPr/>
            </p14:nvContentPartPr>
            <p14:xfrm>
              <a:off x="7318338" y="4133652"/>
              <a:ext cx="72720" cy="680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18C3961-1301-9375-B0C3-A76DAD8C694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312218" y="4127532"/>
                <a:ext cx="8496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08F65CB-D6FB-FC61-4DC5-B596BC9B1B67}"/>
              </a:ext>
            </a:extLst>
          </p:cNvPr>
          <p:cNvGrpSpPr/>
          <p:nvPr/>
        </p:nvGrpSpPr>
        <p:grpSpPr>
          <a:xfrm>
            <a:off x="2142978" y="905172"/>
            <a:ext cx="5224320" cy="3269520"/>
            <a:chOff x="2142978" y="905172"/>
            <a:chExt cx="5224320" cy="326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4D63C71-86D7-8706-47B5-52AFE1433223}"/>
                    </a:ext>
                  </a:extLst>
                </p14:cNvPr>
                <p14:cNvContentPartPr/>
                <p14:nvPr/>
              </p14:nvContentPartPr>
              <p14:xfrm>
                <a:off x="2142978" y="905172"/>
                <a:ext cx="1618560" cy="396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4D63C71-86D7-8706-47B5-52AFE14332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36858" y="899052"/>
                  <a:ext cx="16308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8F553B7-ADD2-82A7-E8AD-20BB725F9A75}"/>
                    </a:ext>
                  </a:extLst>
                </p14:cNvPr>
                <p14:cNvContentPartPr/>
                <p14:nvPr/>
              </p14:nvContentPartPr>
              <p14:xfrm>
                <a:off x="3766938" y="933972"/>
                <a:ext cx="360" cy="5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8F553B7-ADD2-82A7-E8AD-20BB725F9A7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60818" y="927852"/>
                  <a:ext cx="126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5FD5AD7-42BB-5D9D-C00E-D7B9AB0236FB}"/>
                    </a:ext>
                  </a:extLst>
                </p14:cNvPr>
                <p14:cNvContentPartPr/>
                <p14:nvPr/>
              </p14:nvContentPartPr>
              <p14:xfrm>
                <a:off x="3773778" y="935052"/>
                <a:ext cx="1624320" cy="109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5FD5AD7-42BB-5D9D-C00E-D7B9AB0236F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767658" y="928932"/>
                  <a:ext cx="1636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E109F5-194D-EEC4-ECE0-32963949A85E}"/>
                    </a:ext>
                  </a:extLst>
                </p14:cNvPr>
                <p14:cNvContentPartPr/>
                <p14:nvPr/>
              </p14:nvContentPartPr>
              <p14:xfrm>
                <a:off x="5449938" y="1029732"/>
                <a:ext cx="29880" cy="19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E109F5-194D-EEC4-ECE0-32963949A85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443818" y="1023612"/>
                  <a:ext cx="42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50FB7A2-87F7-3D73-2D0B-626BEAE1CECC}"/>
                    </a:ext>
                  </a:extLst>
                </p14:cNvPr>
                <p14:cNvContentPartPr/>
                <p14:nvPr/>
              </p14:nvContentPartPr>
              <p14:xfrm>
                <a:off x="5472978" y="1036572"/>
                <a:ext cx="36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50FB7A2-87F7-3D73-2D0B-626BEAE1CE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66858" y="10304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7E3FF2-2248-7B29-25BA-4C7E2C8D501C}"/>
                    </a:ext>
                  </a:extLst>
                </p14:cNvPr>
                <p14:cNvContentPartPr/>
                <p14:nvPr/>
              </p14:nvContentPartPr>
              <p14:xfrm>
                <a:off x="5434098" y="1036572"/>
                <a:ext cx="39240" cy="12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7E3FF2-2248-7B29-25BA-4C7E2C8D50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27978" y="1030452"/>
                  <a:ext cx="51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8CB035-E069-6B44-4DB9-51DED2DD8572}"/>
                    </a:ext>
                  </a:extLst>
                </p14:cNvPr>
                <p14:cNvContentPartPr/>
                <p14:nvPr/>
              </p14:nvContentPartPr>
              <p14:xfrm>
                <a:off x="5440938" y="1040532"/>
                <a:ext cx="1080" cy="1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8CB035-E069-6B44-4DB9-51DED2DD857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34818" y="1034412"/>
                  <a:ext cx="133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8A2E5B6-6224-7EBE-C926-C675AB5D5755}"/>
                    </a:ext>
                  </a:extLst>
                </p14:cNvPr>
                <p14:cNvContentPartPr/>
                <p14:nvPr/>
              </p14:nvContentPartPr>
              <p14:xfrm>
                <a:off x="5440938" y="1026492"/>
                <a:ext cx="1926360" cy="3148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8A2E5B6-6224-7EBE-C926-C675AB5D575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434818" y="1020372"/>
                  <a:ext cx="1938600" cy="316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009916D-FB70-65FA-5E89-AD05EA24244B}"/>
                  </a:ext>
                </a:extLst>
              </p14:cNvPr>
              <p14:cNvContentPartPr/>
              <p14:nvPr/>
            </p14:nvContentPartPr>
            <p14:xfrm>
              <a:off x="3134418" y="2521572"/>
              <a:ext cx="360" cy="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009916D-FB70-65FA-5E89-AD05EA24244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130098" y="251725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116F332-05A5-B70D-2FCF-BB859512ED06}"/>
              </a:ext>
            </a:extLst>
          </p:cNvPr>
          <p:cNvGrpSpPr/>
          <p:nvPr/>
        </p:nvGrpSpPr>
        <p:grpSpPr>
          <a:xfrm>
            <a:off x="1864698" y="910572"/>
            <a:ext cx="194760" cy="256320"/>
            <a:chOff x="1864698" y="910572"/>
            <a:chExt cx="19476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7EB70E7-9680-6805-857D-B0A457017E49}"/>
                    </a:ext>
                  </a:extLst>
                </p14:cNvPr>
                <p14:cNvContentPartPr/>
                <p14:nvPr/>
              </p14:nvContentPartPr>
              <p14:xfrm>
                <a:off x="1864698" y="910572"/>
                <a:ext cx="194760" cy="256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7EB70E7-9680-6805-857D-B0A457017E4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860378" y="906252"/>
                  <a:ext cx="203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113476-A5A0-7AAD-536F-788EF3994F49}"/>
                    </a:ext>
                  </a:extLst>
                </p14:cNvPr>
                <p14:cNvContentPartPr/>
                <p14:nvPr/>
              </p14:nvContentPartPr>
              <p14:xfrm>
                <a:off x="1873698" y="935772"/>
                <a:ext cx="176760" cy="146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113476-A5A0-7AAD-536F-788EF3994F4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69378" y="931452"/>
                  <a:ext cx="1854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2E43D5E-87F7-7C99-D6F2-710F731418DD}"/>
              </a:ext>
            </a:extLst>
          </p:cNvPr>
          <p:cNvGrpSpPr/>
          <p:nvPr/>
        </p:nvGrpSpPr>
        <p:grpSpPr>
          <a:xfrm>
            <a:off x="3573978" y="482532"/>
            <a:ext cx="198000" cy="260640"/>
            <a:chOff x="3573978" y="482532"/>
            <a:chExt cx="1980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12B83FA-2EAE-C809-AC42-F28F9469F3D1}"/>
                    </a:ext>
                  </a:extLst>
                </p14:cNvPr>
                <p14:cNvContentPartPr/>
                <p14:nvPr/>
              </p14:nvContentPartPr>
              <p14:xfrm>
                <a:off x="3584058" y="560652"/>
                <a:ext cx="109080" cy="163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12B83FA-2EAE-C809-AC42-F28F9469F3D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579738" y="556332"/>
                  <a:ext cx="117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106E09-D8B4-28F1-D558-0A7437AD2364}"/>
                    </a:ext>
                  </a:extLst>
                </p14:cNvPr>
                <p14:cNvContentPartPr/>
                <p14:nvPr/>
              </p14:nvContentPartPr>
              <p14:xfrm>
                <a:off x="3573978" y="482532"/>
                <a:ext cx="198000" cy="260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106E09-D8B4-28F1-D558-0A7437AD236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569658" y="478212"/>
                  <a:ext cx="20664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36D9FD4-816D-77B4-FAEE-B4CB1E8AD6C6}"/>
                  </a:ext>
                </a:extLst>
              </p14:cNvPr>
              <p14:cNvContentPartPr/>
              <p14:nvPr/>
            </p14:nvContentPartPr>
            <p14:xfrm>
              <a:off x="5600418" y="669012"/>
              <a:ext cx="171720" cy="1735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36D9FD4-816D-77B4-FAEE-B4CB1E8AD6C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596098" y="664692"/>
                <a:ext cx="180360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9C99782-1478-5E93-55A8-94F877C3C2E2}"/>
              </a:ext>
            </a:extLst>
          </p:cNvPr>
          <p:cNvGrpSpPr/>
          <p:nvPr/>
        </p:nvGrpSpPr>
        <p:grpSpPr>
          <a:xfrm>
            <a:off x="6859338" y="3130332"/>
            <a:ext cx="1591200" cy="1710000"/>
            <a:chOff x="6859338" y="3130332"/>
            <a:chExt cx="1591200" cy="171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85E5C29-17F6-2A1B-4535-19FFB8EEB295}"/>
                    </a:ext>
                  </a:extLst>
                </p14:cNvPr>
                <p14:cNvContentPartPr/>
                <p14:nvPr/>
              </p14:nvContentPartPr>
              <p14:xfrm>
                <a:off x="7666098" y="3902172"/>
                <a:ext cx="49320" cy="116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85E5C29-17F6-2A1B-4535-19FFB8EEB29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661778" y="3897852"/>
                  <a:ext cx="57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4280E83-3C62-1581-D084-2690D00EB771}"/>
                    </a:ext>
                  </a:extLst>
                </p14:cNvPr>
                <p14:cNvContentPartPr/>
                <p14:nvPr/>
              </p14:nvContentPartPr>
              <p14:xfrm>
                <a:off x="7589058" y="3830532"/>
                <a:ext cx="224280" cy="330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4280E83-3C62-1581-D084-2690D00EB77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584738" y="3826212"/>
                  <a:ext cx="232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70BA261-8833-DE48-E36C-3D727A581BC8}"/>
                    </a:ext>
                  </a:extLst>
                </p14:cNvPr>
                <p14:cNvContentPartPr/>
                <p14:nvPr/>
              </p14:nvContentPartPr>
              <p14:xfrm>
                <a:off x="6859338" y="3321132"/>
                <a:ext cx="1290600" cy="1519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70BA261-8833-DE48-E36C-3D727A581BC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855018" y="3316812"/>
                  <a:ext cx="1299240" cy="15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B5D0E76-AF15-7379-9732-88966A3E3BC6}"/>
                    </a:ext>
                  </a:extLst>
                </p14:cNvPr>
                <p14:cNvContentPartPr/>
                <p14:nvPr/>
              </p14:nvContentPartPr>
              <p14:xfrm>
                <a:off x="7860498" y="3130332"/>
                <a:ext cx="590040" cy="468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B5D0E76-AF15-7379-9732-88966A3E3BC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856178" y="3126012"/>
                  <a:ext cx="598680" cy="47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209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EFC5FF0E-8F9E-F8C1-A1E6-02047C0AA555}"/>
              </a:ext>
            </a:extLst>
          </p:cNvPr>
          <p:cNvGrpSpPr/>
          <p:nvPr/>
        </p:nvGrpSpPr>
        <p:grpSpPr>
          <a:xfrm>
            <a:off x="2940738" y="2536332"/>
            <a:ext cx="394920" cy="918720"/>
            <a:chOff x="2940738" y="2536332"/>
            <a:chExt cx="394920" cy="91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F3E0B2-3E3E-05ED-FF3E-F288BBB28B1A}"/>
                    </a:ext>
                  </a:extLst>
                </p14:cNvPr>
                <p14:cNvContentPartPr/>
                <p14:nvPr/>
              </p14:nvContentPartPr>
              <p14:xfrm>
                <a:off x="2951898" y="2536332"/>
                <a:ext cx="113760" cy="692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F3E0B2-3E3E-05ED-FF3E-F288BBB28B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45778" y="2530212"/>
                  <a:ext cx="12600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84536B-1B13-AC2F-A921-564A127B5DD9}"/>
                    </a:ext>
                  </a:extLst>
                </p14:cNvPr>
                <p14:cNvContentPartPr/>
                <p14:nvPr/>
              </p14:nvContentPartPr>
              <p14:xfrm>
                <a:off x="2940738" y="3198732"/>
                <a:ext cx="377640" cy="26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84536B-1B13-AC2F-A921-564A127B5D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34618" y="3192612"/>
                  <a:ext cx="389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3062BE-0185-2110-EA3C-179A85AC4265}"/>
                    </a:ext>
                  </a:extLst>
                </p14:cNvPr>
                <p14:cNvContentPartPr/>
                <p14:nvPr/>
              </p14:nvContentPartPr>
              <p14:xfrm>
                <a:off x="3213618" y="3087852"/>
                <a:ext cx="122040" cy="36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3062BE-0185-2110-EA3C-179A85AC42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07498" y="3081732"/>
                  <a:ext cx="13428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09A694C-F5CA-02F4-24B5-59E5642D4FCF}"/>
              </a:ext>
            </a:extLst>
          </p:cNvPr>
          <p:cNvGrpSpPr/>
          <p:nvPr/>
        </p:nvGrpSpPr>
        <p:grpSpPr>
          <a:xfrm>
            <a:off x="3711138" y="2981292"/>
            <a:ext cx="1189440" cy="450000"/>
            <a:chOff x="3711138" y="2981292"/>
            <a:chExt cx="11894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AF1BCD-2067-9B07-4CC9-C8A9EE038571}"/>
                    </a:ext>
                  </a:extLst>
                </p14:cNvPr>
                <p14:cNvContentPartPr/>
                <p14:nvPr/>
              </p14:nvContentPartPr>
              <p14:xfrm>
                <a:off x="3825978" y="3077772"/>
                <a:ext cx="55440" cy="353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AF1BCD-2067-9B07-4CC9-C8A9EE0385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19858" y="3071652"/>
                  <a:ext cx="676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B4AA89-BFC6-9105-F076-AAD7DFC7A3DC}"/>
                    </a:ext>
                  </a:extLst>
                </p14:cNvPr>
                <p14:cNvContentPartPr/>
                <p14:nvPr/>
              </p14:nvContentPartPr>
              <p14:xfrm>
                <a:off x="3711138" y="3025212"/>
                <a:ext cx="234720" cy="99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B4AA89-BFC6-9105-F076-AAD7DFC7A3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05018" y="3018732"/>
                  <a:ext cx="246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20C397-2F61-E048-9183-8A62B211D210}"/>
                    </a:ext>
                  </a:extLst>
                </p14:cNvPr>
                <p14:cNvContentPartPr/>
                <p14:nvPr/>
              </p14:nvContentPartPr>
              <p14:xfrm>
                <a:off x="4000938" y="3202692"/>
                <a:ext cx="138960" cy="159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20C397-2F61-E048-9183-8A62B211D2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94818" y="3196572"/>
                  <a:ext cx="151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6716FA-1C48-132E-E717-A542E2DD71B7}"/>
                    </a:ext>
                  </a:extLst>
                </p14:cNvPr>
                <p14:cNvContentPartPr/>
                <p14:nvPr/>
              </p14:nvContentPartPr>
              <p14:xfrm>
                <a:off x="4163298" y="3102612"/>
                <a:ext cx="139320" cy="282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6716FA-1C48-132E-E717-A542E2DD71B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57178" y="3096492"/>
                  <a:ext cx="151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9F2014-189D-5405-89F0-A58FB3F0ACD9}"/>
                    </a:ext>
                  </a:extLst>
                </p14:cNvPr>
                <p14:cNvContentPartPr/>
                <p14:nvPr/>
              </p14:nvContentPartPr>
              <p14:xfrm>
                <a:off x="4329978" y="3044292"/>
                <a:ext cx="77760" cy="295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9F2014-189D-5405-89F0-A58FB3F0ACD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23858" y="3038172"/>
                  <a:ext cx="90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CC24A3-1E89-E1AE-C03B-CBA7CD2C12CC}"/>
                    </a:ext>
                  </a:extLst>
                </p14:cNvPr>
                <p14:cNvContentPartPr/>
                <p14:nvPr/>
              </p14:nvContentPartPr>
              <p14:xfrm>
                <a:off x="4467498" y="3104772"/>
                <a:ext cx="157320" cy="188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CC24A3-1E89-E1AE-C03B-CBA7CD2C12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61378" y="3098652"/>
                  <a:ext cx="169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59EDBB-2E9D-0971-85DE-D6268763E770}"/>
                    </a:ext>
                  </a:extLst>
                </p14:cNvPr>
                <p14:cNvContentPartPr/>
                <p14:nvPr/>
              </p14:nvContentPartPr>
              <p14:xfrm>
                <a:off x="4725978" y="2981292"/>
                <a:ext cx="65160" cy="293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59EDBB-2E9D-0971-85DE-D6268763E7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19858" y="2975172"/>
                  <a:ext cx="774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BC9BED9-62E1-9F3E-1727-EAA1EB7E8F33}"/>
                    </a:ext>
                  </a:extLst>
                </p14:cNvPr>
                <p14:cNvContentPartPr/>
                <p14:nvPr/>
              </p14:nvContentPartPr>
              <p14:xfrm>
                <a:off x="4698258" y="3226812"/>
                <a:ext cx="202320" cy="35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BC9BED9-62E1-9F3E-1727-EAA1EB7E8F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92138" y="3220692"/>
                  <a:ext cx="21456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652479-2104-ED5E-5F21-8D757740201E}"/>
              </a:ext>
            </a:extLst>
          </p:cNvPr>
          <p:cNvGrpSpPr/>
          <p:nvPr/>
        </p:nvGrpSpPr>
        <p:grpSpPr>
          <a:xfrm>
            <a:off x="5331498" y="2661972"/>
            <a:ext cx="1948680" cy="612360"/>
            <a:chOff x="5331498" y="2661972"/>
            <a:chExt cx="1948680" cy="61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20A26A0-B617-3807-15F3-76F3FB8AB2AE}"/>
                    </a:ext>
                  </a:extLst>
                </p14:cNvPr>
                <p14:cNvContentPartPr/>
                <p14:nvPr/>
              </p14:nvContentPartPr>
              <p14:xfrm>
                <a:off x="5331498" y="2699412"/>
                <a:ext cx="226080" cy="574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20A26A0-B617-3807-15F3-76F3FB8AB2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25378" y="2693292"/>
                  <a:ext cx="23832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D0F384-3C16-87E7-A102-3FABA770492B}"/>
                    </a:ext>
                  </a:extLst>
                </p14:cNvPr>
                <p14:cNvContentPartPr/>
                <p14:nvPr/>
              </p14:nvContentPartPr>
              <p14:xfrm>
                <a:off x="5514018" y="2941692"/>
                <a:ext cx="9360" cy="185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D0F384-3C16-87E7-A102-3FABA770492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07898" y="2935572"/>
                  <a:ext cx="21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983ABA-767F-94BF-F35D-80F4EF2118A4}"/>
                    </a:ext>
                  </a:extLst>
                </p14:cNvPr>
                <p14:cNvContentPartPr/>
                <p14:nvPr/>
              </p14:nvContentPartPr>
              <p14:xfrm>
                <a:off x="5475138" y="2944932"/>
                <a:ext cx="218880" cy="234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983ABA-767F-94BF-F35D-80F4EF2118A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018" y="2938812"/>
                  <a:ext cx="231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35C98FE-ED53-445A-46EC-951B33D79E8A}"/>
                    </a:ext>
                  </a:extLst>
                </p14:cNvPr>
                <p14:cNvContentPartPr/>
                <p14:nvPr/>
              </p14:nvContentPartPr>
              <p14:xfrm>
                <a:off x="5728578" y="2911812"/>
                <a:ext cx="72000" cy="236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35C98FE-ED53-445A-46EC-951B33D79E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22458" y="2905692"/>
                  <a:ext cx="84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0103AD-23A1-E0CD-BC20-1C06B75615BE}"/>
                    </a:ext>
                  </a:extLst>
                </p14:cNvPr>
                <p14:cNvContentPartPr/>
                <p14:nvPr/>
              </p14:nvContentPartPr>
              <p14:xfrm>
                <a:off x="5727858" y="3008292"/>
                <a:ext cx="109080" cy="46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0103AD-23A1-E0CD-BC20-1C06B75615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21738" y="3002172"/>
                  <a:ext cx="121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05AD0BF-EA22-A9D6-7D63-6E7B9DEF8018}"/>
                    </a:ext>
                  </a:extLst>
                </p14:cNvPr>
                <p14:cNvContentPartPr/>
                <p14:nvPr/>
              </p14:nvContentPartPr>
              <p14:xfrm>
                <a:off x="5901738" y="2940972"/>
                <a:ext cx="21960" cy="189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05AD0BF-EA22-A9D6-7D63-6E7B9DEF80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95618" y="2934852"/>
                  <a:ext cx="34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8D45F4E-FBFD-1361-292A-317DCDB7D3E8}"/>
                    </a:ext>
                  </a:extLst>
                </p14:cNvPr>
                <p14:cNvContentPartPr/>
                <p14:nvPr/>
              </p14:nvContentPartPr>
              <p14:xfrm>
                <a:off x="5970858" y="2979132"/>
                <a:ext cx="156600" cy="134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8D45F4E-FBFD-1361-292A-317DCDB7D3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64738" y="2973012"/>
                  <a:ext cx="168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6A2187A-954B-1018-4377-F207D4F8C598}"/>
                    </a:ext>
                  </a:extLst>
                </p14:cNvPr>
                <p14:cNvContentPartPr/>
                <p14:nvPr/>
              </p14:nvContentPartPr>
              <p14:xfrm>
                <a:off x="6054738" y="2890212"/>
                <a:ext cx="22680" cy="255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6A2187A-954B-1018-4377-F207D4F8C59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48618" y="2884092"/>
                  <a:ext cx="349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67FD97-2973-570D-0686-97A04ECFD710}"/>
                    </a:ext>
                  </a:extLst>
                </p14:cNvPr>
                <p14:cNvContentPartPr/>
                <p14:nvPr/>
              </p14:nvContentPartPr>
              <p14:xfrm>
                <a:off x="6402858" y="2868612"/>
                <a:ext cx="4680" cy="209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67FD97-2973-570D-0686-97A04ECFD7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96738" y="2862492"/>
                  <a:ext cx="169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D6D91FB-95F8-0821-8D43-432B952D757C}"/>
                    </a:ext>
                  </a:extLst>
                </p14:cNvPr>
                <p14:cNvContentPartPr/>
                <p14:nvPr/>
              </p14:nvContentPartPr>
              <p14:xfrm>
                <a:off x="6343098" y="2822892"/>
                <a:ext cx="168120" cy="54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D6D91FB-95F8-0821-8D43-432B952D75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36978" y="2816772"/>
                  <a:ext cx="180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1DE904-EB83-D70B-F8B9-61337721122E}"/>
                    </a:ext>
                  </a:extLst>
                </p14:cNvPr>
                <p14:cNvContentPartPr/>
                <p14:nvPr/>
              </p14:nvContentPartPr>
              <p14:xfrm>
                <a:off x="6502578" y="2884452"/>
                <a:ext cx="100440" cy="204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1DE904-EB83-D70B-F8B9-6133772112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96458" y="2878332"/>
                  <a:ext cx="112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0DA0629-8B67-54B7-901D-E1BBB76F6BE8}"/>
                    </a:ext>
                  </a:extLst>
                </p14:cNvPr>
                <p14:cNvContentPartPr/>
                <p14:nvPr/>
              </p14:nvContentPartPr>
              <p14:xfrm>
                <a:off x="6689418" y="2808492"/>
                <a:ext cx="128160" cy="248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0DA0629-8B67-54B7-901D-E1BBB76F6B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83298" y="2802372"/>
                  <a:ext cx="140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219BF0-0AF3-5730-2755-456285958BB1}"/>
                    </a:ext>
                  </a:extLst>
                </p14:cNvPr>
                <p14:cNvContentPartPr/>
                <p14:nvPr/>
              </p14:nvContentPartPr>
              <p14:xfrm>
                <a:off x="6852498" y="2839092"/>
                <a:ext cx="98640" cy="195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219BF0-0AF3-5730-2755-456285958B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46378" y="2832972"/>
                  <a:ext cx="110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4303E8-31F2-A3CE-E005-9BDA2E4DD790}"/>
                    </a:ext>
                  </a:extLst>
                </p14:cNvPr>
                <p14:cNvContentPartPr/>
                <p14:nvPr/>
              </p14:nvContentPartPr>
              <p14:xfrm>
                <a:off x="7011978" y="2781492"/>
                <a:ext cx="65880" cy="244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4303E8-31F2-A3CE-E005-9BDA2E4DD7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05858" y="2775372"/>
                  <a:ext cx="78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1EB1CF0-0971-AA6F-0349-B2AAD6B37EF3}"/>
                    </a:ext>
                  </a:extLst>
                </p14:cNvPr>
                <p14:cNvContentPartPr/>
                <p14:nvPr/>
              </p14:nvContentPartPr>
              <p14:xfrm>
                <a:off x="7034298" y="2877972"/>
                <a:ext cx="705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1EB1CF0-0971-AA6F-0349-B2AAD6B37EF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28178" y="2871852"/>
                  <a:ext cx="82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271B8CB-ECC3-1A5A-A9D5-4F647D7E7861}"/>
                    </a:ext>
                  </a:extLst>
                </p14:cNvPr>
                <p14:cNvContentPartPr/>
                <p14:nvPr/>
              </p14:nvContentPartPr>
              <p14:xfrm>
                <a:off x="7046898" y="2924412"/>
                <a:ext cx="146520" cy="87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271B8CB-ECC3-1A5A-A9D5-4F647D7E78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40778" y="2918292"/>
                  <a:ext cx="158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2888DEE-E753-0D0B-13F2-69A9C704F061}"/>
                    </a:ext>
                  </a:extLst>
                </p14:cNvPr>
                <p14:cNvContentPartPr/>
                <p14:nvPr/>
              </p14:nvContentPartPr>
              <p14:xfrm>
                <a:off x="7134378" y="2661972"/>
                <a:ext cx="145800" cy="45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2888DEE-E753-0D0B-13F2-69A9C704F0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28258" y="2655852"/>
                  <a:ext cx="158040" cy="46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0BEE59C-4FD4-96BC-CC7D-80A8657D1729}"/>
              </a:ext>
            </a:extLst>
          </p:cNvPr>
          <p:cNvGrpSpPr/>
          <p:nvPr/>
        </p:nvGrpSpPr>
        <p:grpSpPr>
          <a:xfrm>
            <a:off x="2934618" y="3505452"/>
            <a:ext cx="370440" cy="661320"/>
            <a:chOff x="2934618" y="3505452"/>
            <a:chExt cx="370440" cy="66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016BFB-4BCA-432E-FDEB-C69405D2424C}"/>
                    </a:ext>
                  </a:extLst>
                </p14:cNvPr>
                <p14:cNvContentPartPr/>
                <p14:nvPr/>
              </p14:nvContentPartPr>
              <p14:xfrm>
                <a:off x="2934618" y="3505452"/>
                <a:ext cx="30960" cy="521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016BFB-4BCA-432E-FDEB-C69405D242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28498" y="3499332"/>
                  <a:ext cx="432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88765AF-3174-EA3E-12A7-B7D160B39216}"/>
                    </a:ext>
                  </a:extLst>
                </p14:cNvPr>
                <p14:cNvContentPartPr/>
                <p14:nvPr/>
              </p14:nvContentPartPr>
              <p14:xfrm>
                <a:off x="2973498" y="3790932"/>
                <a:ext cx="331560" cy="37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88765AF-3174-EA3E-12A7-B7D160B392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67378" y="3784812"/>
                  <a:ext cx="343800" cy="38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19746F1-3B15-C158-667B-3F9F8127AC76}"/>
              </a:ext>
            </a:extLst>
          </p:cNvPr>
          <p:cNvGrpSpPr/>
          <p:nvPr/>
        </p:nvGrpSpPr>
        <p:grpSpPr>
          <a:xfrm>
            <a:off x="3831018" y="3659892"/>
            <a:ext cx="1115280" cy="341280"/>
            <a:chOff x="3831018" y="3659892"/>
            <a:chExt cx="111528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A6015CC-163C-8CFC-8070-1CEA5AFD7E63}"/>
                    </a:ext>
                  </a:extLst>
                </p14:cNvPr>
                <p14:cNvContentPartPr/>
                <p14:nvPr/>
              </p14:nvContentPartPr>
              <p14:xfrm>
                <a:off x="3941538" y="3694092"/>
                <a:ext cx="7920" cy="307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A6015CC-163C-8CFC-8070-1CEA5AFD7E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35418" y="3687972"/>
                  <a:ext cx="201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1164F02-1F62-AA2F-CCDB-5101EB205A29}"/>
                    </a:ext>
                  </a:extLst>
                </p14:cNvPr>
                <p14:cNvContentPartPr/>
                <p14:nvPr/>
              </p14:nvContentPartPr>
              <p14:xfrm>
                <a:off x="3831018" y="3666372"/>
                <a:ext cx="242640" cy="57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1164F02-1F62-AA2F-CCDB-5101EB205A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24898" y="3660252"/>
                  <a:ext cx="2548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767A8C-9CE2-30F5-9DB4-2426302FC89F}"/>
                    </a:ext>
                  </a:extLst>
                </p14:cNvPr>
                <p14:cNvContentPartPr/>
                <p14:nvPr/>
              </p14:nvContentPartPr>
              <p14:xfrm>
                <a:off x="4073298" y="3847092"/>
                <a:ext cx="155520" cy="142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767A8C-9CE2-30F5-9DB4-2426302FC89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67178" y="3840972"/>
                  <a:ext cx="167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824592A-D00F-C0E5-9571-461CE06A9265}"/>
                    </a:ext>
                  </a:extLst>
                </p14:cNvPr>
                <p14:cNvContentPartPr/>
                <p14:nvPr/>
              </p14:nvContentPartPr>
              <p14:xfrm>
                <a:off x="4239618" y="3695892"/>
                <a:ext cx="103320" cy="29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824592A-D00F-C0E5-9571-461CE06A92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3498" y="3689772"/>
                  <a:ext cx="1155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391B326-5BC2-1622-6A79-052943480B1E}"/>
                    </a:ext>
                  </a:extLst>
                </p14:cNvPr>
                <p14:cNvContentPartPr/>
                <p14:nvPr/>
              </p14:nvContentPartPr>
              <p14:xfrm>
                <a:off x="4398738" y="3681852"/>
                <a:ext cx="50760" cy="285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391B326-5BC2-1622-6A79-052943480B1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92618" y="3675732"/>
                  <a:ext cx="630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76FACBD-DA97-38D7-BA65-DD3D7E1F9B86}"/>
                    </a:ext>
                  </a:extLst>
                </p14:cNvPr>
                <p14:cNvContentPartPr/>
                <p14:nvPr/>
              </p14:nvContentPartPr>
              <p14:xfrm>
                <a:off x="4490898" y="3777612"/>
                <a:ext cx="142200" cy="153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76FACBD-DA97-38D7-BA65-DD3D7E1F9B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84778" y="3771492"/>
                  <a:ext cx="154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E6FA35D-2CBF-7066-C0F1-C10BFD469FC2}"/>
                    </a:ext>
                  </a:extLst>
                </p14:cNvPr>
                <p14:cNvContentPartPr/>
                <p14:nvPr/>
              </p14:nvContentPartPr>
              <p14:xfrm>
                <a:off x="4738578" y="3659892"/>
                <a:ext cx="207720" cy="231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E6FA35D-2CBF-7066-C0F1-C10BFD469FC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2458" y="3653772"/>
                  <a:ext cx="2199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B001592-29CB-5F57-40A6-8CB1F1BB506C}"/>
              </a:ext>
            </a:extLst>
          </p:cNvPr>
          <p:cNvGrpSpPr/>
          <p:nvPr/>
        </p:nvGrpSpPr>
        <p:grpSpPr>
          <a:xfrm>
            <a:off x="5406378" y="3483132"/>
            <a:ext cx="822960" cy="551520"/>
            <a:chOff x="5406378" y="3483132"/>
            <a:chExt cx="82296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8916CCF-FBAA-CF6C-643F-080A40733FFD}"/>
                    </a:ext>
                  </a:extLst>
                </p14:cNvPr>
                <p14:cNvContentPartPr/>
                <p14:nvPr/>
              </p14:nvContentPartPr>
              <p14:xfrm>
                <a:off x="5406378" y="3483132"/>
                <a:ext cx="291960" cy="551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8916CCF-FBAA-CF6C-643F-080A40733F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00258" y="3477012"/>
                  <a:ext cx="3042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3AA27A3-52F5-AB4B-8FB7-000B97C9274C}"/>
                    </a:ext>
                  </a:extLst>
                </p14:cNvPr>
                <p14:cNvContentPartPr/>
                <p14:nvPr/>
              </p14:nvContentPartPr>
              <p14:xfrm>
                <a:off x="5720658" y="3663852"/>
                <a:ext cx="24120" cy="18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3AA27A3-52F5-AB4B-8FB7-000B97C9274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14538" y="3657732"/>
                  <a:ext cx="3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6310BCF-ECFD-782E-3FE1-AE29B471CE10}"/>
                    </a:ext>
                  </a:extLst>
                </p14:cNvPr>
                <p14:cNvContentPartPr/>
                <p14:nvPr/>
              </p14:nvContentPartPr>
              <p14:xfrm>
                <a:off x="5634618" y="3648372"/>
                <a:ext cx="172440" cy="31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6310BCF-ECFD-782E-3FE1-AE29B471CE1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28498" y="3642252"/>
                  <a:ext cx="184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D80D827-8718-D430-280A-AF14C604D921}"/>
                    </a:ext>
                  </a:extLst>
                </p14:cNvPr>
                <p14:cNvContentPartPr/>
                <p14:nvPr/>
              </p14:nvContentPartPr>
              <p14:xfrm>
                <a:off x="5864298" y="3618492"/>
                <a:ext cx="122040" cy="265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80D827-8718-D430-280A-AF14C604D92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58178" y="3612372"/>
                  <a:ext cx="134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13315FF-15E7-D8B9-7756-39F99F3CCA51}"/>
                    </a:ext>
                  </a:extLst>
                </p14:cNvPr>
                <p14:cNvContentPartPr/>
                <p14:nvPr/>
              </p14:nvContentPartPr>
              <p14:xfrm>
                <a:off x="5868978" y="3737652"/>
                <a:ext cx="97920" cy="27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13315FF-15E7-D8B9-7756-39F99F3CCA5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62858" y="3731532"/>
                  <a:ext cx="110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31FA2F7-F5D4-C885-92FA-4262D7067913}"/>
                    </a:ext>
                  </a:extLst>
                </p14:cNvPr>
                <p14:cNvContentPartPr/>
                <p14:nvPr/>
              </p14:nvContentPartPr>
              <p14:xfrm>
                <a:off x="6055098" y="3636132"/>
                <a:ext cx="106560" cy="218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31FA2F7-F5D4-C885-92FA-4262D70679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48978" y="3630012"/>
                  <a:ext cx="118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C71863-F1D0-311A-E1F6-CC6861E3C4B8}"/>
                    </a:ext>
                  </a:extLst>
                </p14:cNvPr>
                <p14:cNvContentPartPr/>
                <p14:nvPr/>
              </p14:nvContentPartPr>
              <p14:xfrm>
                <a:off x="6062658" y="3670332"/>
                <a:ext cx="166680" cy="146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C71863-F1D0-311A-E1F6-CC6861E3C4B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56538" y="3664212"/>
                  <a:ext cx="17892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CCB5974-8CAD-7135-0A55-DEA04E5BA30D}"/>
              </a:ext>
            </a:extLst>
          </p:cNvPr>
          <p:cNvGrpSpPr/>
          <p:nvPr/>
        </p:nvGrpSpPr>
        <p:grpSpPr>
          <a:xfrm>
            <a:off x="6520578" y="3364332"/>
            <a:ext cx="1083960" cy="661320"/>
            <a:chOff x="6520578" y="3364332"/>
            <a:chExt cx="1083960" cy="66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ADEC990-87A5-8480-CA83-D0CCF6736489}"/>
                    </a:ext>
                  </a:extLst>
                </p14:cNvPr>
                <p14:cNvContentPartPr/>
                <p14:nvPr/>
              </p14:nvContentPartPr>
              <p14:xfrm>
                <a:off x="6520578" y="3642972"/>
                <a:ext cx="26280" cy="236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ADEC990-87A5-8480-CA83-D0CCF67364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14458" y="3636852"/>
                  <a:ext cx="38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89632C-8934-6856-9163-99070A28588F}"/>
                    </a:ext>
                  </a:extLst>
                </p14:cNvPr>
                <p14:cNvContentPartPr/>
                <p14:nvPr/>
              </p14:nvContentPartPr>
              <p14:xfrm>
                <a:off x="6543618" y="3573852"/>
                <a:ext cx="223920" cy="261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89632C-8934-6856-9163-99070A2858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37498" y="3567732"/>
                  <a:ext cx="236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FB6D895-BD6A-F54C-57A0-71784A6D627C}"/>
                    </a:ext>
                  </a:extLst>
                </p14:cNvPr>
                <p14:cNvContentPartPr/>
                <p14:nvPr/>
              </p14:nvContentPartPr>
              <p14:xfrm>
                <a:off x="6823698" y="3610932"/>
                <a:ext cx="127440" cy="219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FB6D895-BD6A-F54C-57A0-71784A6D62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17578" y="3604812"/>
                  <a:ext cx="139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C305FE4-54E2-41D0-CE1C-82C68BC4806E}"/>
                    </a:ext>
                  </a:extLst>
                </p14:cNvPr>
                <p14:cNvContentPartPr/>
                <p14:nvPr/>
              </p14:nvContentPartPr>
              <p14:xfrm>
                <a:off x="6872658" y="3656292"/>
                <a:ext cx="126360" cy="41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C305FE4-54E2-41D0-CE1C-82C68BC4806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66538" y="3650172"/>
                  <a:ext cx="138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FDE2C5B-6481-4322-BE50-8CB7EB075350}"/>
                    </a:ext>
                  </a:extLst>
                </p14:cNvPr>
                <p14:cNvContentPartPr/>
                <p14:nvPr/>
              </p14:nvContentPartPr>
              <p14:xfrm>
                <a:off x="7057338" y="3577812"/>
                <a:ext cx="19080" cy="200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FDE2C5B-6481-4322-BE50-8CB7EB0753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51218" y="3571692"/>
                  <a:ext cx="31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441AF60-42DC-847E-F93E-FAD68D8E3141}"/>
                    </a:ext>
                  </a:extLst>
                </p14:cNvPr>
                <p14:cNvContentPartPr/>
                <p14:nvPr/>
              </p14:nvContentPartPr>
              <p14:xfrm>
                <a:off x="6995418" y="3507972"/>
                <a:ext cx="152640" cy="56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441AF60-42DC-847E-F93E-FAD68D8E314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89298" y="3501852"/>
                  <a:ext cx="164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AF290D1-6D7F-BECC-8F91-0AE0DD6401FA}"/>
                    </a:ext>
                  </a:extLst>
                </p14:cNvPr>
                <p14:cNvContentPartPr/>
                <p14:nvPr/>
              </p14:nvContentPartPr>
              <p14:xfrm>
                <a:off x="7165698" y="3529572"/>
                <a:ext cx="140400" cy="286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AF290D1-6D7F-BECC-8F91-0AE0DD6401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59578" y="3523452"/>
                  <a:ext cx="1526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E14FAA3-C255-F62A-FECB-890ACF2C5428}"/>
                    </a:ext>
                  </a:extLst>
                </p14:cNvPr>
                <p14:cNvContentPartPr/>
                <p14:nvPr/>
              </p14:nvContentPartPr>
              <p14:xfrm>
                <a:off x="7202058" y="3622092"/>
                <a:ext cx="131760" cy="70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E14FAA3-C255-F62A-FECB-890ACF2C542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95938" y="3615972"/>
                  <a:ext cx="144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EFFADB-0C13-091E-D83A-705DD36352AD}"/>
                    </a:ext>
                  </a:extLst>
                </p14:cNvPr>
                <p14:cNvContentPartPr/>
                <p14:nvPr/>
              </p14:nvContentPartPr>
              <p14:xfrm>
                <a:off x="7384938" y="3524892"/>
                <a:ext cx="80640" cy="173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EFFADB-0C13-091E-D83A-705DD36352A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78818" y="3518772"/>
                  <a:ext cx="92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C80BA00-8F55-8B24-2942-048D7D60800C}"/>
                    </a:ext>
                  </a:extLst>
                </p14:cNvPr>
                <p14:cNvContentPartPr/>
                <p14:nvPr/>
              </p14:nvContentPartPr>
              <p14:xfrm>
                <a:off x="7369458" y="3364332"/>
                <a:ext cx="235080" cy="661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C80BA00-8F55-8B24-2942-048D7D6080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63338" y="3358212"/>
                  <a:ext cx="247320" cy="67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9744458-0498-72C2-30AF-9DB60D981D5E}"/>
              </a:ext>
            </a:extLst>
          </p:cNvPr>
          <p:cNvGrpSpPr/>
          <p:nvPr/>
        </p:nvGrpSpPr>
        <p:grpSpPr>
          <a:xfrm>
            <a:off x="708378" y="287052"/>
            <a:ext cx="7887960" cy="2299320"/>
            <a:chOff x="708378" y="287052"/>
            <a:chExt cx="7887960" cy="22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6A632D-FC79-5F2E-50FA-CD09FB4F8119}"/>
                    </a:ext>
                  </a:extLst>
                </p14:cNvPr>
                <p14:cNvContentPartPr/>
                <p14:nvPr/>
              </p14:nvContentPartPr>
              <p14:xfrm>
                <a:off x="1829058" y="2049972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6A632D-FC79-5F2E-50FA-CD09FB4F811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22938" y="20438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9906F5-D927-7CBF-8E8E-383C745FE7A6}"/>
                    </a:ext>
                  </a:extLst>
                </p14:cNvPr>
                <p14:cNvContentPartPr/>
                <p14:nvPr/>
              </p14:nvContentPartPr>
              <p14:xfrm>
                <a:off x="708378" y="406572"/>
                <a:ext cx="173160" cy="345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9906F5-D927-7CBF-8E8E-383C745FE7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2258" y="400452"/>
                  <a:ext cx="1854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09C54B-7046-90CE-0EC2-3AE39AD87CB7}"/>
                    </a:ext>
                  </a:extLst>
                </p14:cNvPr>
                <p14:cNvContentPartPr/>
                <p14:nvPr/>
              </p14:nvContentPartPr>
              <p14:xfrm>
                <a:off x="934818" y="478212"/>
                <a:ext cx="225000" cy="284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09C54B-7046-90CE-0EC2-3AE39AD87C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8698" y="472092"/>
                  <a:ext cx="237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6985DE-E712-A18C-BC86-F02C41826ECD}"/>
                    </a:ext>
                  </a:extLst>
                </p14:cNvPr>
                <p14:cNvContentPartPr/>
                <p14:nvPr/>
              </p14:nvContentPartPr>
              <p14:xfrm>
                <a:off x="1329378" y="507012"/>
                <a:ext cx="178560" cy="254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6985DE-E712-A18C-BC86-F02C41826EC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23258" y="500892"/>
                  <a:ext cx="190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CF0D51-519D-648D-DEBA-45310E125213}"/>
                    </a:ext>
                  </a:extLst>
                </p14:cNvPr>
                <p14:cNvContentPartPr/>
                <p14:nvPr/>
              </p14:nvContentPartPr>
              <p14:xfrm>
                <a:off x="1880538" y="425292"/>
                <a:ext cx="193320" cy="235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CF0D51-519D-648D-DEBA-45310E1252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74418" y="419172"/>
                  <a:ext cx="205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136884-5977-2A32-50CC-9E8115AA5273}"/>
                    </a:ext>
                  </a:extLst>
                </p14:cNvPr>
                <p14:cNvContentPartPr/>
                <p14:nvPr/>
              </p14:nvContentPartPr>
              <p14:xfrm>
                <a:off x="2143698" y="499452"/>
                <a:ext cx="152640" cy="181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136884-5977-2A32-50CC-9E8115AA527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37578" y="493332"/>
                  <a:ext cx="164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DDD37CB-E833-6745-F3A7-7221767CB6E9}"/>
                    </a:ext>
                  </a:extLst>
                </p14:cNvPr>
                <p14:cNvContentPartPr/>
                <p14:nvPr/>
              </p14:nvContentPartPr>
              <p14:xfrm>
                <a:off x="2357538" y="480372"/>
                <a:ext cx="244800" cy="225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DDD37CB-E833-6745-F3A7-7221767CB6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51418" y="474252"/>
                  <a:ext cx="257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CE0DEBC-5CE5-2C96-6534-94C444AE2B40}"/>
                    </a:ext>
                  </a:extLst>
                </p14:cNvPr>
                <p14:cNvContentPartPr/>
                <p14:nvPr/>
              </p14:nvContentPartPr>
              <p14:xfrm>
                <a:off x="2628258" y="429972"/>
                <a:ext cx="147240" cy="179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CE0DEBC-5CE5-2C96-6534-94C444AE2B4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22138" y="423852"/>
                  <a:ext cx="159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47213C-9727-4D6D-4EF5-D4B1277B8A47}"/>
                    </a:ext>
                  </a:extLst>
                </p14:cNvPr>
                <p14:cNvContentPartPr/>
                <p14:nvPr/>
              </p14:nvContentPartPr>
              <p14:xfrm>
                <a:off x="2839938" y="410172"/>
                <a:ext cx="115560" cy="167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47213C-9727-4D6D-4EF5-D4B1277B8A4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33818" y="404052"/>
                  <a:ext cx="127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5634034-7EFB-A721-3C21-F9F81D87983E}"/>
                    </a:ext>
                  </a:extLst>
                </p14:cNvPr>
                <p14:cNvContentPartPr/>
                <p14:nvPr/>
              </p14:nvContentPartPr>
              <p14:xfrm>
                <a:off x="3026418" y="287052"/>
                <a:ext cx="204840" cy="338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5634034-7EFB-A721-3C21-F9F81D8798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20298" y="280932"/>
                  <a:ext cx="2170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CDD91B-D9F0-E83A-DB88-93F030F832E8}"/>
                    </a:ext>
                  </a:extLst>
                </p14:cNvPr>
                <p14:cNvContentPartPr/>
                <p14:nvPr/>
              </p14:nvContentPartPr>
              <p14:xfrm>
                <a:off x="745458" y="891492"/>
                <a:ext cx="2707560" cy="138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CDD91B-D9F0-E83A-DB88-93F030F832E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9338" y="885372"/>
                  <a:ext cx="2719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7CAF1A-FC3F-1FDE-719E-34D6F05FF7A3}"/>
                    </a:ext>
                  </a:extLst>
                </p14:cNvPr>
                <p14:cNvContentPartPr/>
                <p14:nvPr/>
              </p14:nvContentPartPr>
              <p14:xfrm>
                <a:off x="1585338" y="896892"/>
                <a:ext cx="61920" cy="1081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7CAF1A-FC3F-1FDE-719E-34D6F05FF7A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79218" y="890772"/>
                  <a:ext cx="74160" cy="10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35B2A5F-DB5A-8951-36DE-5FC8CF209D59}"/>
                    </a:ext>
                  </a:extLst>
                </p14:cNvPr>
                <p14:cNvContentPartPr/>
                <p14:nvPr/>
              </p14:nvContentPartPr>
              <p14:xfrm>
                <a:off x="1656618" y="1958532"/>
                <a:ext cx="411120" cy="50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35B2A5F-DB5A-8951-36DE-5FC8CF209D5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50498" y="1952412"/>
                  <a:ext cx="4233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56EACE-F85E-4995-8C84-DF2A635B7206}"/>
                    </a:ext>
                  </a:extLst>
                </p14:cNvPr>
                <p14:cNvContentPartPr/>
                <p14:nvPr/>
              </p14:nvContentPartPr>
              <p14:xfrm>
                <a:off x="1987818" y="1860612"/>
                <a:ext cx="113400" cy="435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56EACE-F85E-4995-8C84-DF2A635B720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81698" y="1854492"/>
                  <a:ext cx="12564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065615B-8F0E-B531-85A0-E3EA8F75F739}"/>
                    </a:ext>
                  </a:extLst>
                </p14:cNvPr>
                <p14:cNvContentPartPr/>
                <p14:nvPr/>
              </p14:nvContentPartPr>
              <p14:xfrm>
                <a:off x="2542938" y="1956732"/>
                <a:ext cx="167760" cy="385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065615B-8F0E-B531-85A0-E3EA8F75F73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36818" y="1950612"/>
                  <a:ext cx="1800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D8F7CE-0FA0-3BDC-2A4A-6074D6325F8E}"/>
                    </a:ext>
                  </a:extLst>
                </p14:cNvPr>
                <p14:cNvContentPartPr/>
                <p14:nvPr/>
              </p14:nvContentPartPr>
              <p14:xfrm>
                <a:off x="2763978" y="1974372"/>
                <a:ext cx="219240" cy="323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D8F7CE-0FA0-3BDC-2A4A-6074D6325F8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57858" y="1968252"/>
                  <a:ext cx="231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31783C-D1E3-91C2-DD71-7FC617C9776B}"/>
                    </a:ext>
                  </a:extLst>
                </p14:cNvPr>
                <p14:cNvContentPartPr/>
                <p14:nvPr/>
              </p14:nvContentPartPr>
              <p14:xfrm>
                <a:off x="3132618" y="1922892"/>
                <a:ext cx="158040" cy="34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31783C-D1E3-91C2-DD71-7FC617C9776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26498" y="1916772"/>
                  <a:ext cx="1702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8D25E3-96A3-A556-06EF-C2C646ACD8D4}"/>
                    </a:ext>
                  </a:extLst>
                </p14:cNvPr>
                <p14:cNvContentPartPr/>
                <p14:nvPr/>
              </p14:nvContentPartPr>
              <p14:xfrm>
                <a:off x="3729498" y="1864932"/>
                <a:ext cx="215640" cy="36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8D25E3-96A3-A556-06EF-C2C646ACD8D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23378" y="1858812"/>
                  <a:ext cx="2278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E16A70-0669-E3E8-7D3E-8C8C95548D67}"/>
                    </a:ext>
                  </a:extLst>
                </p14:cNvPr>
                <p14:cNvContentPartPr/>
                <p14:nvPr/>
              </p14:nvContentPartPr>
              <p14:xfrm>
                <a:off x="4058538" y="1899132"/>
                <a:ext cx="125640" cy="241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E16A70-0669-E3E8-7D3E-8C8C95548D6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52418" y="1893012"/>
                  <a:ext cx="137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55B0F4-217D-D5E1-5927-64AB686579CE}"/>
                    </a:ext>
                  </a:extLst>
                </p14:cNvPr>
                <p14:cNvContentPartPr/>
                <p14:nvPr/>
              </p14:nvContentPartPr>
              <p14:xfrm>
                <a:off x="4319538" y="1883292"/>
                <a:ext cx="18000" cy="26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55B0F4-217D-D5E1-5927-64AB686579C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13418" y="1877172"/>
                  <a:ext cx="30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BFEC0F-EB05-5104-7FBF-BA784E72C9B4}"/>
                    </a:ext>
                  </a:extLst>
                </p14:cNvPr>
                <p14:cNvContentPartPr/>
                <p14:nvPr/>
              </p14:nvContentPartPr>
              <p14:xfrm>
                <a:off x="4324578" y="1809132"/>
                <a:ext cx="118080" cy="151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BFEC0F-EB05-5104-7FBF-BA784E72C9B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18458" y="1803012"/>
                  <a:ext cx="130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C39F14-F278-DDC6-7FE4-DC6669C2A40F}"/>
                    </a:ext>
                  </a:extLst>
                </p14:cNvPr>
                <p14:cNvContentPartPr/>
                <p14:nvPr/>
              </p14:nvContentPartPr>
              <p14:xfrm>
                <a:off x="4350858" y="2065452"/>
                <a:ext cx="118800" cy="5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C39F14-F278-DDC6-7FE4-DC6669C2A4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44738" y="2059332"/>
                  <a:ext cx="131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F9F941-C1D1-B760-342C-9BFFAB8CC363}"/>
                    </a:ext>
                  </a:extLst>
                </p14:cNvPr>
                <p14:cNvContentPartPr/>
                <p14:nvPr/>
              </p14:nvContentPartPr>
              <p14:xfrm>
                <a:off x="4562538" y="1884012"/>
                <a:ext cx="21240" cy="24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F9F941-C1D1-B760-342C-9BFFAB8CC36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56418" y="1877892"/>
                  <a:ext cx="33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195A55-018B-F2FF-7ACC-CF1959F15381}"/>
                    </a:ext>
                  </a:extLst>
                </p14:cNvPr>
                <p14:cNvContentPartPr/>
                <p14:nvPr/>
              </p14:nvContentPartPr>
              <p14:xfrm>
                <a:off x="4572978" y="1786812"/>
                <a:ext cx="275400" cy="371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195A55-018B-F2FF-7ACC-CF1959F1538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66858" y="1780692"/>
                  <a:ext cx="2876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93A479-8767-DC5C-044E-C8F876885081}"/>
                    </a:ext>
                  </a:extLst>
                </p14:cNvPr>
                <p14:cNvContentPartPr/>
                <p14:nvPr/>
              </p14:nvContentPartPr>
              <p14:xfrm>
                <a:off x="4986618" y="1774212"/>
                <a:ext cx="85320" cy="289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93A479-8767-DC5C-044E-C8F87688508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80498" y="1768092"/>
                  <a:ext cx="97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ED3FA6-1409-4660-9D9E-D002C2E1360D}"/>
                    </a:ext>
                  </a:extLst>
                </p14:cNvPr>
                <p14:cNvContentPartPr/>
                <p14:nvPr/>
              </p14:nvContentPartPr>
              <p14:xfrm>
                <a:off x="4904898" y="1826412"/>
                <a:ext cx="15084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ED3FA6-1409-4660-9D9E-D002C2E1360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98778" y="1820292"/>
                  <a:ext cx="163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7F4C86-AA0B-B6B0-4513-4151D1D4DB45}"/>
                    </a:ext>
                  </a:extLst>
                </p14:cNvPr>
                <p14:cNvContentPartPr/>
                <p14:nvPr/>
              </p14:nvContentPartPr>
              <p14:xfrm>
                <a:off x="2790258" y="2339052"/>
                <a:ext cx="2311560" cy="247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7F4C86-AA0B-B6B0-4513-4151D1D4DB4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84138" y="2332932"/>
                  <a:ext cx="2323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4B68A38-896A-A979-1F3B-815A1FA31FDD}"/>
                    </a:ext>
                  </a:extLst>
                </p14:cNvPr>
                <p14:cNvContentPartPr/>
                <p14:nvPr/>
              </p14:nvContentPartPr>
              <p14:xfrm>
                <a:off x="5203698" y="1212252"/>
                <a:ext cx="909360" cy="404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4B68A38-896A-A979-1F3B-815A1FA31FD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97578" y="1206132"/>
                  <a:ext cx="9216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0E0852B-DF1E-0EFB-BF70-4A3429DB921F}"/>
                    </a:ext>
                  </a:extLst>
                </p14:cNvPr>
                <p14:cNvContentPartPr/>
                <p14:nvPr/>
              </p14:nvContentPartPr>
              <p14:xfrm>
                <a:off x="6696618" y="1315572"/>
                <a:ext cx="110880" cy="286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0E0852B-DF1E-0EFB-BF70-4A3429DB921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90498" y="1309452"/>
                  <a:ext cx="1231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40F8BB-0B9C-0752-9735-81A4AD917858}"/>
                    </a:ext>
                  </a:extLst>
                </p14:cNvPr>
                <p14:cNvContentPartPr/>
                <p14:nvPr/>
              </p14:nvContentPartPr>
              <p14:xfrm>
                <a:off x="6651258" y="1247892"/>
                <a:ext cx="208440" cy="43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40F8BB-0B9C-0752-9735-81A4AD91785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45138" y="1241772"/>
                  <a:ext cx="220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46AED22-F4FA-4209-E0DF-D50519D425E4}"/>
                    </a:ext>
                  </a:extLst>
                </p14:cNvPr>
                <p14:cNvContentPartPr/>
                <p14:nvPr/>
              </p14:nvContentPartPr>
              <p14:xfrm>
                <a:off x="6932778" y="1383612"/>
                <a:ext cx="77760" cy="136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46AED22-F4FA-4209-E0DF-D50519D425E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26658" y="1377492"/>
                  <a:ext cx="90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59AB8AE-3438-A632-EEDA-FEEEF462E6C6}"/>
                    </a:ext>
                  </a:extLst>
                </p14:cNvPr>
                <p14:cNvContentPartPr/>
                <p14:nvPr/>
              </p14:nvContentPartPr>
              <p14:xfrm>
                <a:off x="7115298" y="1358052"/>
                <a:ext cx="32040" cy="235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59AB8AE-3438-A632-EEDA-FEEEF462E6C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09178" y="1351932"/>
                  <a:ext cx="44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5684B55-8EF9-2B69-F8A3-9EA111E43809}"/>
                    </a:ext>
                  </a:extLst>
                </p14:cNvPr>
                <p14:cNvContentPartPr/>
                <p14:nvPr/>
              </p14:nvContentPartPr>
              <p14:xfrm>
                <a:off x="7242378" y="1381812"/>
                <a:ext cx="194400" cy="165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5684B55-8EF9-2B69-F8A3-9EA111E4380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36258" y="1375692"/>
                  <a:ext cx="206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2AADD0C-87C0-DFFE-152A-0FA19F38BB40}"/>
                    </a:ext>
                  </a:extLst>
                </p14:cNvPr>
                <p14:cNvContentPartPr/>
                <p14:nvPr/>
              </p14:nvContentPartPr>
              <p14:xfrm>
                <a:off x="7388538" y="1231692"/>
                <a:ext cx="65160" cy="324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2AADD0C-87C0-DFFE-152A-0FA19F38BB4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82418" y="1225572"/>
                  <a:ext cx="774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8617A4-2150-813E-A2DA-AF9BACDD3F51}"/>
                    </a:ext>
                  </a:extLst>
                </p14:cNvPr>
                <p14:cNvContentPartPr/>
                <p14:nvPr/>
              </p14:nvContentPartPr>
              <p14:xfrm>
                <a:off x="7546218" y="1282092"/>
                <a:ext cx="83520" cy="237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8617A4-2150-813E-A2DA-AF9BACDD3F5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40098" y="1275972"/>
                  <a:ext cx="95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6938586-869C-7AFC-7A94-87E8D338D01C}"/>
                    </a:ext>
                  </a:extLst>
                </p14:cNvPr>
                <p14:cNvContentPartPr/>
                <p14:nvPr/>
              </p14:nvContentPartPr>
              <p14:xfrm>
                <a:off x="6970218" y="1680612"/>
                <a:ext cx="758520" cy="197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6938586-869C-7AFC-7A94-87E8D338D0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64098" y="1674492"/>
                  <a:ext cx="770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62FA91D-7ABD-222C-45DC-2B257B405160}"/>
                    </a:ext>
                  </a:extLst>
                </p14:cNvPr>
                <p14:cNvContentPartPr/>
                <p14:nvPr/>
              </p14:nvContentPartPr>
              <p14:xfrm>
                <a:off x="6955098" y="1734612"/>
                <a:ext cx="838080" cy="245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62FA91D-7ABD-222C-45DC-2B257B40516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48978" y="1728492"/>
                  <a:ext cx="8503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158145C-64D3-20D6-0C31-F0110793E5CA}"/>
                    </a:ext>
                  </a:extLst>
                </p14:cNvPr>
                <p14:cNvContentPartPr/>
                <p14:nvPr/>
              </p14:nvContentPartPr>
              <p14:xfrm>
                <a:off x="4970418" y="350052"/>
                <a:ext cx="3625920" cy="1146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158145C-64D3-20D6-0C31-F0110793E5C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64298" y="343932"/>
                  <a:ext cx="3638160" cy="11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870AFE1-C380-BD34-40C5-A26DD8595A6F}"/>
              </a:ext>
            </a:extLst>
          </p:cNvPr>
          <p:cNvGrpSpPr/>
          <p:nvPr/>
        </p:nvGrpSpPr>
        <p:grpSpPr>
          <a:xfrm>
            <a:off x="4391898" y="84012"/>
            <a:ext cx="1942200" cy="1379160"/>
            <a:chOff x="4391898" y="84012"/>
            <a:chExt cx="1942200" cy="13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626FCD6-3CD5-63FC-FE74-B2018ADB3140}"/>
                    </a:ext>
                  </a:extLst>
                </p14:cNvPr>
                <p14:cNvContentPartPr/>
                <p14:nvPr/>
              </p14:nvContentPartPr>
              <p14:xfrm>
                <a:off x="4558578" y="1065372"/>
                <a:ext cx="144360" cy="285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626FCD6-3CD5-63FC-FE74-B2018ADB314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552458" y="1059252"/>
                  <a:ext cx="156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C1E7CEE-3FFA-B9CC-BAD1-F232377A66B0}"/>
                    </a:ext>
                  </a:extLst>
                </p14:cNvPr>
                <p14:cNvContentPartPr/>
                <p14:nvPr/>
              </p14:nvContentPartPr>
              <p14:xfrm>
                <a:off x="4541658" y="913092"/>
                <a:ext cx="189720" cy="155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C1E7CEE-3FFA-B9CC-BAD1-F232377A66B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35538" y="906972"/>
                  <a:ext cx="201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779260E-7D38-29C7-56A0-77EBD64F4AF3}"/>
                    </a:ext>
                  </a:extLst>
                </p14:cNvPr>
                <p14:cNvContentPartPr/>
                <p14:nvPr/>
              </p14:nvContentPartPr>
              <p14:xfrm>
                <a:off x="4658658" y="1028652"/>
                <a:ext cx="159120" cy="163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779260E-7D38-29C7-56A0-77EBD64F4AF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652538" y="1022532"/>
                  <a:ext cx="171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9791974-7B02-4AA7-1FC8-CECE038F8E97}"/>
                    </a:ext>
                  </a:extLst>
                </p14:cNvPr>
                <p14:cNvContentPartPr/>
                <p14:nvPr/>
              </p14:nvContentPartPr>
              <p14:xfrm>
                <a:off x="4887618" y="976812"/>
                <a:ext cx="101880" cy="107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9791974-7B02-4AA7-1FC8-CECE038F8E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81498" y="970692"/>
                  <a:ext cx="114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1B2AD1A-2F4A-3287-4DF7-1BE0FDAB0718}"/>
                    </a:ext>
                  </a:extLst>
                </p14:cNvPr>
                <p14:cNvContentPartPr/>
                <p14:nvPr/>
              </p14:nvContentPartPr>
              <p14:xfrm>
                <a:off x="5067258" y="865932"/>
                <a:ext cx="69840" cy="157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1B2AD1A-2F4A-3287-4DF7-1BE0FDAB071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061138" y="859812"/>
                  <a:ext cx="82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968C163-1F5F-E479-232F-A12F9C16B273}"/>
                    </a:ext>
                  </a:extLst>
                </p14:cNvPr>
                <p14:cNvContentPartPr/>
                <p14:nvPr/>
              </p14:nvContentPartPr>
              <p14:xfrm>
                <a:off x="5058258" y="729492"/>
                <a:ext cx="228600" cy="257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968C163-1F5F-E479-232F-A12F9C16B27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052138" y="723372"/>
                  <a:ext cx="2408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D059770-4806-084B-CD83-00E5D023A365}"/>
                    </a:ext>
                  </a:extLst>
                </p14:cNvPr>
                <p14:cNvContentPartPr/>
                <p14:nvPr/>
              </p14:nvContentPartPr>
              <p14:xfrm>
                <a:off x="5312778" y="739932"/>
                <a:ext cx="39240" cy="137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D059770-4806-084B-CD83-00E5D023A36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06658" y="733812"/>
                  <a:ext cx="51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4B26FE-96AE-2C18-3499-7F8BBE6B3458}"/>
                    </a:ext>
                  </a:extLst>
                </p14:cNvPr>
                <p14:cNvContentPartPr/>
                <p14:nvPr/>
              </p14:nvContentPartPr>
              <p14:xfrm>
                <a:off x="5306658" y="586212"/>
                <a:ext cx="283680" cy="200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4B26FE-96AE-2C18-3499-7F8BBE6B345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00538" y="580092"/>
                  <a:ext cx="295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2DCA9B-B666-B9B3-075F-D6E7CB9A64D1}"/>
                    </a:ext>
                  </a:extLst>
                </p14:cNvPr>
                <p14:cNvContentPartPr/>
                <p14:nvPr/>
              </p14:nvContentPartPr>
              <p14:xfrm>
                <a:off x="5611578" y="434652"/>
                <a:ext cx="115200" cy="199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2DCA9B-B666-B9B3-075F-D6E7CB9A64D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605458" y="428532"/>
                  <a:ext cx="127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D1D78CA-D6AB-EC7E-CE39-09184A0CF6BE}"/>
                    </a:ext>
                  </a:extLst>
                </p14:cNvPr>
                <p14:cNvContentPartPr/>
                <p14:nvPr/>
              </p14:nvContentPartPr>
              <p14:xfrm>
                <a:off x="5805618" y="398292"/>
                <a:ext cx="165600" cy="180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D1D78CA-D6AB-EC7E-CE39-09184A0CF6B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99498" y="392172"/>
                  <a:ext cx="17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1F69CC5-DCC8-265F-B782-2BFC7DB6B115}"/>
                    </a:ext>
                  </a:extLst>
                </p14:cNvPr>
                <p14:cNvContentPartPr/>
                <p14:nvPr/>
              </p14:nvContentPartPr>
              <p14:xfrm>
                <a:off x="6059778" y="278412"/>
                <a:ext cx="162720" cy="268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1F69CC5-DCC8-265F-B782-2BFC7DB6B11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53658" y="272292"/>
                  <a:ext cx="1749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A7B872E-026C-DA3F-C7ED-EA349DE697BF}"/>
                    </a:ext>
                  </a:extLst>
                </p14:cNvPr>
                <p14:cNvContentPartPr/>
                <p14:nvPr/>
              </p14:nvContentPartPr>
              <p14:xfrm>
                <a:off x="6071658" y="325932"/>
                <a:ext cx="118800" cy="118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A7B872E-026C-DA3F-C7ED-EA349DE697B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65538" y="319812"/>
                  <a:ext cx="131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12BD90-1BD2-676A-EF46-3EDD178385C1}"/>
                    </a:ext>
                  </a:extLst>
                </p14:cNvPr>
                <p14:cNvContentPartPr/>
                <p14:nvPr/>
              </p14:nvContentPartPr>
              <p14:xfrm>
                <a:off x="4391898" y="829212"/>
                <a:ext cx="443160" cy="633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12BD90-1BD2-676A-EF46-3EDD178385C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85778" y="823092"/>
                  <a:ext cx="4554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741973-A9A0-8B57-A4A9-916F30AA99E7}"/>
                    </a:ext>
                  </a:extLst>
                </p14:cNvPr>
                <p14:cNvContentPartPr/>
                <p14:nvPr/>
              </p14:nvContentPartPr>
              <p14:xfrm>
                <a:off x="6162378" y="84012"/>
                <a:ext cx="171720" cy="644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741973-A9A0-8B57-A4A9-916F30AA99E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56258" y="77892"/>
                  <a:ext cx="183960" cy="65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B206DC8-373A-8D67-5878-95E0AEFBBD63}"/>
              </a:ext>
            </a:extLst>
          </p:cNvPr>
          <p:cNvGrpSpPr/>
          <p:nvPr/>
        </p:nvGrpSpPr>
        <p:grpSpPr>
          <a:xfrm>
            <a:off x="9019698" y="243852"/>
            <a:ext cx="2890080" cy="2595240"/>
            <a:chOff x="9019698" y="243852"/>
            <a:chExt cx="2890080" cy="259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CF5566B-BC0D-8F96-2448-269415D519F6}"/>
                    </a:ext>
                  </a:extLst>
                </p14:cNvPr>
                <p14:cNvContentPartPr/>
                <p14:nvPr/>
              </p14:nvContentPartPr>
              <p14:xfrm>
                <a:off x="9019698" y="356892"/>
                <a:ext cx="32760" cy="471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CF5566B-BC0D-8F96-2448-269415D519F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13578" y="350772"/>
                  <a:ext cx="450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2DBE67-A659-E150-8612-7EEFC378D274}"/>
                    </a:ext>
                  </a:extLst>
                </p14:cNvPr>
                <p14:cNvContentPartPr/>
                <p14:nvPr/>
              </p14:nvContentPartPr>
              <p14:xfrm>
                <a:off x="9031938" y="349332"/>
                <a:ext cx="158400" cy="209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2DBE67-A659-E150-8612-7EEFC378D27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25818" y="343212"/>
                  <a:ext cx="170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AAC7963-5577-CEFB-A0F2-51C507E364F1}"/>
                    </a:ext>
                  </a:extLst>
                </p14:cNvPr>
                <p14:cNvContentPartPr/>
                <p14:nvPr/>
              </p14:nvContentPartPr>
              <p14:xfrm>
                <a:off x="9237858" y="404412"/>
                <a:ext cx="234360" cy="253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AAC7963-5577-CEFB-A0F2-51C507E364F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31738" y="398292"/>
                  <a:ext cx="2466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931BAC-717C-D41F-086D-8B9CEC71BD69}"/>
                    </a:ext>
                  </a:extLst>
                </p14:cNvPr>
                <p14:cNvContentPartPr/>
                <p14:nvPr/>
              </p14:nvContentPartPr>
              <p14:xfrm>
                <a:off x="9478698" y="496932"/>
                <a:ext cx="46080" cy="76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931BAC-717C-D41F-086D-8B9CEC71BD6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72578" y="490812"/>
                  <a:ext cx="58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959DF33-79BF-FD7D-D9CD-0AEDDAE9752F}"/>
                    </a:ext>
                  </a:extLst>
                </p14:cNvPr>
                <p14:cNvContentPartPr/>
                <p14:nvPr/>
              </p14:nvContentPartPr>
              <p14:xfrm>
                <a:off x="9648618" y="292452"/>
                <a:ext cx="172080" cy="589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959DF33-79BF-FD7D-D9CD-0AEDDAE9752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42498" y="286332"/>
                  <a:ext cx="18432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2243859-9D9C-C70C-1BEA-B883367E8754}"/>
                    </a:ext>
                  </a:extLst>
                </p14:cNvPr>
                <p14:cNvContentPartPr/>
                <p14:nvPr/>
              </p14:nvContentPartPr>
              <p14:xfrm>
                <a:off x="9835818" y="408372"/>
                <a:ext cx="11520" cy="208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2243859-9D9C-C70C-1BEA-B883367E875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29698" y="402252"/>
                  <a:ext cx="23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48BDE78-14EE-767F-3F78-F18C3D9DE58C}"/>
                    </a:ext>
                  </a:extLst>
                </p14:cNvPr>
                <p14:cNvContentPartPr/>
                <p14:nvPr/>
              </p14:nvContentPartPr>
              <p14:xfrm>
                <a:off x="9830418" y="243852"/>
                <a:ext cx="16920" cy="23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48BDE78-14EE-767F-3F78-F18C3D9DE58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24298" y="237732"/>
                  <a:ext cx="29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661B629-87B6-92A0-D079-B2BC2B550612}"/>
                    </a:ext>
                  </a:extLst>
                </p14:cNvPr>
                <p14:cNvContentPartPr/>
                <p14:nvPr/>
              </p14:nvContentPartPr>
              <p14:xfrm>
                <a:off x="9988458" y="296412"/>
                <a:ext cx="18360" cy="353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661B629-87B6-92A0-D079-B2BC2B55061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82338" y="290292"/>
                  <a:ext cx="306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6E7CAE-FEAC-D50A-4680-EAEE22C4FD1F}"/>
                    </a:ext>
                  </a:extLst>
                </p14:cNvPr>
                <p14:cNvContentPartPr/>
                <p14:nvPr/>
              </p14:nvContentPartPr>
              <p14:xfrm>
                <a:off x="9981978" y="412332"/>
                <a:ext cx="162000" cy="48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6E7CAE-FEAC-D50A-4680-EAEE22C4FD1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75858" y="406212"/>
                  <a:ext cx="174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1C65A34-89B1-C162-E27A-EB06C1D27070}"/>
                    </a:ext>
                  </a:extLst>
                </p14:cNvPr>
                <p14:cNvContentPartPr/>
                <p14:nvPr/>
              </p14:nvContentPartPr>
              <p14:xfrm>
                <a:off x="9619458" y="821292"/>
                <a:ext cx="56880" cy="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1C65A34-89B1-C162-E27A-EB06C1D2707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13338" y="815172"/>
                  <a:ext cx="69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FE78E29-CA86-97E6-7827-DC5F480C2460}"/>
                    </a:ext>
                  </a:extLst>
                </p14:cNvPr>
                <p14:cNvContentPartPr/>
                <p14:nvPr/>
              </p14:nvContentPartPr>
              <p14:xfrm>
                <a:off x="9621618" y="748572"/>
                <a:ext cx="335160" cy="78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FE78E29-CA86-97E6-7827-DC5F480C246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15498" y="742452"/>
                  <a:ext cx="347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650E8B5-0424-B4BA-BF70-93AF2FDA67D9}"/>
                    </a:ext>
                  </a:extLst>
                </p14:cNvPr>
                <p14:cNvContentPartPr/>
                <p14:nvPr/>
              </p14:nvContentPartPr>
              <p14:xfrm>
                <a:off x="9587418" y="746052"/>
                <a:ext cx="388080" cy="79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650E8B5-0424-B4BA-BF70-93AF2FDA67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81298" y="739932"/>
                  <a:ext cx="400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DCBBA90-7BE4-5E15-C4D3-77E5AB0474E5}"/>
                    </a:ext>
                  </a:extLst>
                </p14:cNvPr>
                <p14:cNvContentPartPr/>
                <p14:nvPr/>
              </p14:nvContentPartPr>
              <p14:xfrm>
                <a:off x="10124178" y="678372"/>
                <a:ext cx="432360" cy="839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DCBBA90-7BE4-5E15-C4D3-77E5AB0474E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18058" y="672252"/>
                  <a:ext cx="44460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53DA40E-2475-650F-9025-A28BDB7B1E5C}"/>
                    </a:ext>
                  </a:extLst>
                </p14:cNvPr>
                <p14:cNvContentPartPr/>
                <p14:nvPr/>
              </p14:nvContentPartPr>
              <p14:xfrm>
                <a:off x="10257018" y="1840452"/>
                <a:ext cx="20520" cy="340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53DA40E-2475-650F-9025-A28BDB7B1E5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50898" y="1834332"/>
                  <a:ext cx="327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697483-D47C-8F44-6C02-3674A490408F}"/>
                    </a:ext>
                  </a:extLst>
                </p14:cNvPr>
                <p14:cNvContentPartPr/>
                <p14:nvPr/>
              </p14:nvContentPartPr>
              <p14:xfrm>
                <a:off x="10143618" y="1782852"/>
                <a:ext cx="252720" cy="105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697483-D47C-8F44-6C02-3674A490408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137498" y="1776732"/>
                  <a:ext cx="264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A2F9865-BB18-CA13-A1FE-AE46326EB48F}"/>
                    </a:ext>
                  </a:extLst>
                </p14:cNvPr>
                <p14:cNvContentPartPr/>
                <p14:nvPr/>
              </p14:nvContentPartPr>
              <p14:xfrm>
                <a:off x="10410738" y="1911732"/>
                <a:ext cx="149040" cy="230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A2F9865-BB18-CA13-A1FE-AE46326EB48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04618" y="1905612"/>
                  <a:ext cx="16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2D713DE-8188-BD75-1C26-5DF9D1FCEFD8}"/>
                    </a:ext>
                  </a:extLst>
                </p14:cNvPr>
                <p14:cNvContentPartPr/>
                <p14:nvPr/>
              </p14:nvContentPartPr>
              <p14:xfrm>
                <a:off x="10439898" y="1988772"/>
                <a:ext cx="113760" cy="8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2D713DE-8188-BD75-1C26-5DF9D1FCEF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33778" y="1982652"/>
                  <a:ext cx="126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D380296-9EAF-28E9-C8D2-B5ACDEC24590}"/>
                    </a:ext>
                  </a:extLst>
                </p14:cNvPr>
                <p14:cNvContentPartPr/>
                <p14:nvPr/>
              </p14:nvContentPartPr>
              <p14:xfrm>
                <a:off x="10609098" y="1849092"/>
                <a:ext cx="186120" cy="247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D380296-9EAF-28E9-C8D2-B5ACDEC2459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602978" y="1842972"/>
                  <a:ext cx="1983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3A5B8B3-27FA-7E1D-1D36-AD8D0B291BC9}"/>
                    </a:ext>
                  </a:extLst>
                </p14:cNvPr>
                <p14:cNvContentPartPr/>
                <p14:nvPr/>
              </p14:nvContentPartPr>
              <p14:xfrm>
                <a:off x="11040738" y="1684932"/>
                <a:ext cx="34200" cy="318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3A5B8B3-27FA-7E1D-1D36-AD8D0B291BC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34618" y="1678812"/>
                  <a:ext cx="464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FBE0BA6-EEAB-7D60-186B-BA3B76A34748}"/>
                    </a:ext>
                  </a:extLst>
                </p14:cNvPr>
                <p14:cNvContentPartPr/>
                <p14:nvPr/>
              </p14:nvContentPartPr>
              <p14:xfrm>
                <a:off x="11024178" y="1648212"/>
                <a:ext cx="199800" cy="261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FBE0BA6-EEAB-7D60-186B-BA3B76A3474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018058" y="1642092"/>
                  <a:ext cx="2120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B0FF1C8-8693-8A8B-3362-B400A5CD1A3D}"/>
                    </a:ext>
                  </a:extLst>
                </p14:cNvPr>
                <p14:cNvContentPartPr/>
                <p14:nvPr/>
              </p14:nvContentPartPr>
              <p14:xfrm>
                <a:off x="11271138" y="1647132"/>
                <a:ext cx="119520" cy="227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B0FF1C8-8693-8A8B-3362-B400A5CD1A3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265018" y="1641012"/>
                  <a:ext cx="131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A7DF6D7-DC12-C911-6A8B-B04037486C50}"/>
                    </a:ext>
                  </a:extLst>
                </p14:cNvPr>
                <p14:cNvContentPartPr/>
                <p14:nvPr/>
              </p14:nvContentPartPr>
              <p14:xfrm>
                <a:off x="11260698" y="1703652"/>
                <a:ext cx="168120" cy="105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A7DF6D7-DC12-C911-6A8B-B04037486C5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54578" y="1697532"/>
                  <a:ext cx="180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A590079-29D6-6D0B-2D0B-69C4AEDF80B5}"/>
                    </a:ext>
                  </a:extLst>
                </p14:cNvPr>
                <p14:cNvContentPartPr/>
                <p14:nvPr/>
              </p14:nvContentPartPr>
              <p14:xfrm>
                <a:off x="11488218" y="1605732"/>
                <a:ext cx="44280" cy="214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A590079-29D6-6D0B-2D0B-69C4AEDF80B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482098" y="1599612"/>
                  <a:ext cx="56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69EB2DA-FB94-6B4C-7374-FDF5001284D5}"/>
                    </a:ext>
                  </a:extLst>
                </p14:cNvPr>
                <p14:cNvContentPartPr/>
                <p14:nvPr/>
              </p14:nvContentPartPr>
              <p14:xfrm>
                <a:off x="11389578" y="1535892"/>
                <a:ext cx="147960" cy="92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69EB2DA-FB94-6B4C-7374-FDF5001284D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383458" y="1529772"/>
                  <a:ext cx="160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CCEA8B7-FA38-B740-0111-96B37C497783}"/>
                    </a:ext>
                  </a:extLst>
                </p14:cNvPr>
                <p14:cNvContentPartPr/>
                <p14:nvPr/>
              </p14:nvContentPartPr>
              <p14:xfrm>
                <a:off x="11648418" y="1571892"/>
                <a:ext cx="117360" cy="162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CCEA8B7-FA38-B740-0111-96B37C49778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642298" y="1565772"/>
                  <a:ext cx="129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72AA6C9-F2C5-8EC1-DB64-41EF500801D9}"/>
                    </a:ext>
                  </a:extLst>
                </p14:cNvPr>
                <p14:cNvContentPartPr/>
                <p14:nvPr/>
              </p14:nvContentPartPr>
              <p14:xfrm>
                <a:off x="11639418" y="1463892"/>
                <a:ext cx="141120" cy="181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72AA6C9-F2C5-8EC1-DB64-41EF500801D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633298" y="1457772"/>
                  <a:ext cx="153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57C06E0-B679-772B-2344-21326DAC23B3}"/>
                    </a:ext>
                  </a:extLst>
                </p14:cNvPr>
                <p14:cNvContentPartPr/>
                <p14:nvPr/>
              </p14:nvContentPartPr>
              <p14:xfrm>
                <a:off x="11803578" y="1462812"/>
                <a:ext cx="106200" cy="297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57C06E0-B679-772B-2344-21326DAC23B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797458" y="1456692"/>
                  <a:ext cx="118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E9023E1-7220-283D-F20B-D65D8C3FC563}"/>
                    </a:ext>
                  </a:extLst>
                </p14:cNvPr>
                <p14:cNvContentPartPr/>
                <p14:nvPr/>
              </p14:nvContentPartPr>
              <p14:xfrm>
                <a:off x="10362498" y="2004972"/>
                <a:ext cx="1521720" cy="641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E9023E1-7220-283D-F20B-D65D8C3FC56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56378" y="1998852"/>
                  <a:ext cx="153396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D9F775E-C0D3-4579-9C4F-3FCCECFB4B14}"/>
                    </a:ext>
                  </a:extLst>
                </p14:cNvPr>
                <p14:cNvContentPartPr/>
                <p14:nvPr/>
              </p14:nvContentPartPr>
              <p14:xfrm>
                <a:off x="10321458" y="2122332"/>
                <a:ext cx="1562760" cy="716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D9F775E-C0D3-4579-9C4F-3FCCECFB4B1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15338" y="2116212"/>
                  <a:ext cx="1575000" cy="72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6391064-3733-5A79-988B-76222D039AF5}"/>
              </a:ext>
            </a:extLst>
          </p:cNvPr>
          <p:cNvGrpSpPr/>
          <p:nvPr/>
        </p:nvGrpSpPr>
        <p:grpSpPr>
          <a:xfrm>
            <a:off x="8111418" y="2931612"/>
            <a:ext cx="3806640" cy="3572640"/>
            <a:chOff x="8111418" y="2931612"/>
            <a:chExt cx="3806640" cy="357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637B68D-C4D6-0861-27B1-F072048AF3EB}"/>
                    </a:ext>
                  </a:extLst>
                </p14:cNvPr>
                <p14:cNvContentPartPr/>
                <p14:nvPr/>
              </p14:nvContentPartPr>
              <p14:xfrm>
                <a:off x="8130498" y="2931612"/>
                <a:ext cx="3787560" cy="416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637B68D-C4D6-0861-27B1-F072048AF3E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124378" y="2925492"/>
                  <a:ext cx="37998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2321070-A02D-18D5-1F62-42CFFA8E2EE4}"/>
                    </a:ext>
                  </a:extLst>
                </p14:cNvPr>
                <p14:cNvContentPartPr/>
                <p14:nvPr/>
              </p14:nvContentPartPr>
              <p14:xfrm>
                <a:off x="8111418" y="3347052"/>
                <a:ext cx="65520" cy="3157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2321070-A02D-18D5-1F62-42CFFA8E2EE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05298" y="3340932"/>
                  <a:ext cx="77760" cy="316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F0B877C-0EEC-FB32-02DB-BF1FACF4D328}"/>
                  </a:ext>
                </a:extLst>
              </p14:cNvPr>
              <p14:cNvContentPartPr/>
              <p14:nvPr/>
            </p14:nvContentPartPr>
            <p14:xfrm>
              <a:off x="3824178" y="5185932"/>
              <a:ext cx="360" cy="3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F0B877C-0EEC-FB32-02DB-BF1FACF4D32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3819858" y="518161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5375AE0-F5D8-1DE0-D832-95FCB690FF4C}"/>
                  </a:ext>
                </a:extLst>
              </p14:cNvPr>
              <p14:cNvContentPartPr/>
              <p14:nvPr/>
            </p14:nvContentPartPr>
            <p14:xfrm>
              <a:off x="4313418" y="3871932"/>
              <a:ext cx="2609640" cy="3823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5375AE0-F5D8-1DE0-D832-95FCB690FF4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309098" y="3867612"/>
                <a:ext cx="261828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CB2420E-21D7-6EAD-95CA-110A4C0C85C4}"/>
                  </a:ext>
                </a:extLst>
              </p14:cNvPr>
              <p14:cNvContentPartPr/>
              <p14:nvPr/>
            </p14:nvContentPartPr>
            <p14:xfrm>
              <a:off x="9680658" y="741372"/>
              <a:ext cx="349560" cy="1566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CB2420E-21D7-6EAD-95CA-110A4C0C85C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676338" y="737052"/>
                <a:ext cx="35820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2DA630E-992C-E6BC-0FFE-D35D2F2501A5}"/>
              </a:ext>
            </a:extLst>
          </p:cNvPr>
          <p:cNvGrpSpPr/>
          <p:nvPr/>
        </p:nvGrpSpPr>
        <p:grpSpPr>
          <a:xfrm>
            <a:off x="8569338" y="3250932"/>
            <a:ext cx="3182040" cy="3411000"/>
            <a:chOff x="8569338" y="3250932"/>
            <a:chExt cx="3182040" cy="341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97F73B-A9F7-9347-7547-CBCC6C85E3D8}"/>
                    </a:ext>
                  </a:extLst>
                </p14:cNvPr>
                <p14:cNvContentPartPr/>
                <p14:nvPr/>
              </p14:nvContentPartPr>
              <p14:xfrm>
                <a:off x="8944098" y="3449652"/>
                <a:ext cx="4680" cy="317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97F73B-A9F7-9347-7547-CBCC6C85E3D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939778" y="3445332"/>
                  <a:ext cx="13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0141DD6-0BBB-7134-0125-2B76D70DB362}"/>
                    </a:ext>
                  </a:extLst>
                </p14:cNvPr>
                <p14:cNvContentPartPr/>
                <p14:nvPr/>
              </p14:nvContentPartPr>
              <p14:xfrm>
                <a:off x="8802978" y="3402852"/>
                <a:ext cx="280800" cy="59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0141DD6-0BBB-7134-0125-2B76D70DB36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98658" y="3398532"/>
                  <a:ext cx="289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0F124E-6127-F9A0-2C31-4DBA6C1C7E18}"/>
                    </a:ext>
                  </a:extLst>
                </p14:cNvPr>
                <p14:cNvContentPartPr/>
                <p14:nvPr/>
              </p14:nvContentPartPr>
              <p14:xfrm>
                <a:off x="9114018" y="3522732"/>
                <a:ext cx="135360" cy="171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0F124E-6127-F9A0-2C31-4DBA6C1C7E1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09698" y="3518412"/>
                  <a:ext cx="144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841BA96-4224-5285-131E-C4529E7BCA26}"/>
                    </a:ext>
                  </a:extLst>
                </p14:cNvPr>
                <p14:cNvContentPartPr/>
                <p14:nvPr/>
              </p14:nvContentPartPr>
              <p14:xfrm>
                <a:off x="9340458" y="3514812"/>
                <a:ext cx="131040" cy="215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841BA96-4224-5285-131E-C4529E7BCA2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336138" y="3510492"/>
                  <a:ext cx="139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D8E9FD9-D68E-1C9E-95ED-D54D01AF9932}"/>
                    </a:ext>
                  </a:extLst>
                </p14:cNvPr>
                <p14:cNvContentPartPr/>
                <p14:nvPr/>
              </p14:nvContentPartPr>
              <p14:xfrm>
                <a:off x="9521898" y="3507612"/>
                <a:ext cx="179280" cy="251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D8E9FD9-D68E-1C9E-95ED-D54D01AF993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517578" y="3503292"/>
                  <a:ext cx="187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645CA76-A04E-DD7E-D36A-564DA86BF2ED}"/>
                    </a:ext>
                  </a:extLst>
                </p14:cNvPr>
                <p14:cNvContentPartPr/>
                <p14:nvPr/>
              </p14:nvContentPartPr>
              <p14:xfrm>
                <a:off x="9973698" y="3473772"/>
                <a:ext cx="83880" cy="279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645CA76-A04E-DD7E-D36A-564DA86BF2E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69378" y="3469452"/>
                  <a:ext cx="92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18B1131-4C07-D056-1743-4B62CBD1AEB7}"/>
                    </a:ext>
                  </a:extLst>
                </p14:cNvPr>
                <p14:cNvContentPartPr/>
                <p14:nvPr/>
              </p14:nvContentPartPr>
              <p14:xfrm>
                <a:off x="9919338" y="3542172"/>
                <a:ext cx="174960" cy="190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18B1131-4C07-D056-1743-4B62CBD1AEB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15018" y="3537852"/>
                  <a:ext cx="183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01FDA8B-B610-391F-A7D2-301C742F14ED}"/>
                    </a:ext>
                  </a:extLst>
                </p14:cNvPr>
                <p14:cNvContentPartPr/>
                <p14:nvPr/>
              </p14:nvContentPartPr>
              <p14:xfrm>
                <a:off x="8765178" y="3679332"/>
                <a:ext cx="1891800" cy="436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01FDA8B-B610-391F-A7D2-301C742F14E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760858" y="3675012"/>
                  <a:ext cx="19004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647B450-6D16-FFBC-D8DF-01D35F82447A}"/>
                    </a:ext>
                  </a:extLst>
                </p14:cNvPr>
                <p14:cNvContentPartPr/>
                <p14:nvPr/>
              </p14:nvContentPartPr>
              <p14:xfrm>
                <a:off x="10555458" y="3250932"/>
                <a:ext cx="388800" cy="212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647B450-6D16-FFBC-D8DF-01D35F82447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551138" y="3246612"/>
                  <a:ext cx="397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715CA6D-FB3C-51DC-4EFB-800B4E314B5E}"/>
                    </a:ext>
                  </a:extLst>
                </p14:cNvPr>
                <p14:cNvContentPartPr/>
                <p14:nvPr/>
              </p14:nvContentPartPr>
              <p14:xfrm>
                <a:off x="10444218" y="3668892"/>
                <a:ext cx="255600" cy="299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715CA6D-FB3C-51DC-4EFB-800B4E314B5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439898" y="3664572"/>
                  <a:ext cx="264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F75B1C1-A06A-C0BC-A7BE-1D323B78FC21}"/>
                    </a:ext>
                  </a:extLst>
                </p14:cNvPr>
                <p14:cNvContentPartPr/>
                <p14:nvPr/>
              </p14:nvContentPartPr>
              <p14:xfrm>
                <a:off x="10603698" y="3889572"/>
                <a:ext cx="212040" cy="77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F75B1C1-A06A-C0BC-A7BE-1D323B78FC2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599378" y="3885252"/>
                  <a:ext cx="220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ED8A02E-9F09-E79B-3340-22D55DC4924D}"/>
                    </a:ext>
                  </a:extLst>
                </p14:cNvPr>
                <p14:cNvContentPartPr/>
                <p14:nvPr/>
              </p14:nvContentPartPr>
              <p14:xfrm>
                <a:off x="10991418" y="3867972"/>
                <a:ext cx="101160" cy="4744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ED8A02E-9F09-E79B-3340-22D55DC4924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87098" y="3863652"/>
                  <a:ext cx="1098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B35ED38-E91A-89DD-BF64-42BB77BCA0B8}"/>
                    </a:ext>
                  </a:extLst>
                </p14:cNvPr>
                <p14:cNvContentPartPr/>
                <p14:nvPr/>
              </p14:nvContentPartPr>
              <p14:xfrm>
                <a:off x="10946058" y="4015932"/>
                <a:ext cx="118080" cy="138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B35ED38-E91A-89DD-BF64-42BB77BCA0B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41738" y="4011612"/>
                  <a:ext cx="126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770B187-4005-65DA-16D1-20C35B8A928E}"/>
                    </a:ext>
                  </a:extLst>
                </p14:cNvPr>
                <p14:cNvContentPartPr/>
                <p14:nvPr/>
              </p14:nvContentPartPr>
              <p14:xfrm>
                <a:off x="11137938" y="3981732"/>
                <a:ext cx="114840" cy="163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770B187-4005-65DA-16D1-20C35B8A928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133618" y="3977412"/>
                  <a:ext cx="123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6649AE8-0DE6-BCA6-2265-80BF0E6F61F8}"/>
                    </a:ext>
                  </a:extLst>
                </p14:cNvPr>
                <p14:cNvContentPartPr/>
                <p14:nvPr/>
              </p14:nvContentPartPr>
              <p14:xfrm>
                <a:off x="11245218" y="3942132"/>
                <a:ext cx="97200" cy="256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6649AE8-0DE6-BCA6-2265-80BF0E6F61F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240898" y="3937812"/>
                  <a:ext cx="105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E16E3ED-5C98-D09F-A1BD-D054AB1ED798}"/>
                    </a:ext>
                  </a:extLst>
                </p14:cNvPr>
                <p14:cNvContentPartPr/>
                <p14:nvPr/>
              </p14:nvContentPartPr>
              <p14:xfrm>
                <a:off x="11024178" y="4211772"/>
                <a:ext cx="367560" cy="163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E16E3ED-5C98-D09F-A1BD-D054AB1ED79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19858" y="4207452"/>
                  <a:ext cx="376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9A1955B-7046-69A3-2AF7-B2E9BD473A58}"/>
                    </a:ext>
                  </a:extLst>
                </p14:cNvPr>
                <p14:cNvContentPartPr/>
                <p14:nvPr/>
              </p14:nvContentPartPr>
              <p14:xfrm>
                <a:off x="10953618" y="4289172"/>
                <a:ext cx="488880" cy="235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9A1955B-7046-69A3-2AF7-B2E9BD473A5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949298" y="4284852"/>
                  <a:ext cx="497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9BF545E-F18C-87B6-701B-96CD5E523894}"/>
                    </a:ext>
                  </a:extLst>
                </p14:cNvPr>
                <p14:cNvContentPartPr/>
                <p14:nvPr/>
              </p14:nvContentPartPr>
              <p14:xfrm>
                <a:off x="9030498" y="5652492"/>
                <a:ext cx="114120" cy="233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9BF545E-F18C-87B6-701B-96CD5E52389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026178" y="5648172"/>
                  <a:ext cx="122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AB5A99A-3A7B-D80D-6368-DFC1A952EDC6}"/>
                    </a:ext>
                  </a:extLst>
                </p14:cNvPr>
                <p14:cNvContentPartPr/>
                <p14:nvPr/>
              </p14:nvContentPartPr>
              <p14:xfrm>
                <a:off x="9020778" y="5544852"/>
                <a:ext cx="234360" cy="342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AB5A99A-3A7B-D80D-6368-DFC1A952EDC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16458" y="5540532"/>
                  <a:ext cx="2430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6157527-DE68-D6AD-9D81-DA9085614857}"/>
                    </a:ext>
                  </a:extLst>
                </p14:cNvPr>
                <p14:cNvContentPartPr/>
                <p14:nvPr/>
              </p14:nvContentPartPr>
              <p14:xfrm>
                <a:off x="9265218" y="5534052"/>
                <a:ext cx="147960" cy="2152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6157527-DE68-D6AD-9D81-DA908561485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260898" y="5529732"/>
                  <a:ext cx="156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AA67353-BD31-6AAA-A758-B5C87CA6F4B4}"/>
                    </a:ext>
                  </a:extLst>
                </p14:cNvPr>
                <p14:cNvContentPartPr/>
                <p14:nvPr/>
              </p14:nvContentPartPr>
              <p14:xfrm>
                <a:off x="9484098" y="5480412"/>
                <a:ext cx="127080" cy="214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AA67353-BD31-6AAA-A758-B5C87CA6F4B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79778" y="5476092"/>
                  <a:ext cx="135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64C8EC4-5413-C120-2348-8CFBC5336CF5}"/>
                    </a:ext>
                  </a:extLst>
                </p14:cNvPr>
                <p14:cNvContentPartPr/>
                <p14:nvPr/>
              </p14:nvContentPartPr>
              <p14:xfrm>
                <a:off x="9652218" y="5495892"/>
                <a:ext cx="60120" cy="131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64C8EC4-5413-C120-2348-8CFBC5336CF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47898" y="5491572"/>
                  <a:ext cx="68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EF0BF26-F5CF-CDF4-0B01-5789974F03DE}"/>
                    </a:ext>
                  </a:extLst>
                </p14:cNvPr>
                <p14:cNvContentPartPr/>
                <p14:nvPr/>
              </p14:nvContentPartPr>
              <p14:xfrm>
                <a:off x="9592818" y="5383212"/>
                <a:ext cx="10800" cy="5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EF0BF26-F5CF-CDF4-0B01-5789974F03D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588498" y="5378892"/>
                  <a:ext cx="194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E56A51C-C87C-0F21-9487-A185948F2C24}"/>
                    </a:ext>
                  </a:extLst>
                </p14:cNvPr>
                <p14:cNvContentPartPr/>
                <p14:nvPr/>
              </p14:nvContentPartPr>
              <p14:xfrm>
                <a:off x="9744018" y="5453052"/>
                <a:ext cx="193320" cy="144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E56A51C-C87C-0F21-9487-A185948F2C2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739698" y="5448732"/>
                  <a:ext cx="201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3E7CE99-898C-5E9E-C9E0-84A2906E3D0B}"/>
                    </a:ext>
                  </a:extLst>
                </p14:cNvPr>
                <p14:cNvContentPartPr/>
                <p14:nvPr/>
              </p14:nvContentPartPr>
              <p14:xfrm>
                <a:off x="9961098" y="5317332"/>
                <a:ext cx="138960" cy="133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3E7CE99-898C-5E9E-C9E0-84A2906E3D0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956778" y="5313012"/>
                  <a:ext cx="147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97363D7-35EB-1950-473C-9808867D8B88}"/>
                    </a:ext>
                  </a:extLst>
                </p14:cNvPr>
                <p14:cNvContentPartPr/>
                <p14:nvPr/>
              </p14:nvContentPartPr>
              <p14:xfrm>
                <a:off x="10083498" y="5248932"/>
                <a:ext cx="96120" cy="199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97363D7-35EB-1950-473C-9808867D8B8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079178" y="5244612"/>
                  <a:ext cx="104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34BD726-BF42-A15D-3E3B-3A36EBE2D993}"/>
                    </a:ext>
                  </a:extLst>
                </p14:cNvPr>
                <p14:cNvContentPartPr/>
                <p14:nvPr/>
              </p14:nvContentPartPr>
              <p14:xfrm>
                <a:off x="10204818" y="5196012"/>
                <a:ext cx="104760" cy="202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34BD726-BF42-A15D-3E3B-3A36EBE2D99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200498" y="5191692"/>
                  <a:ext cx="113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00ACA59-8CED-61CA-3234-C7695549E72E}"/>
                    </a:ext>
                  </a:extLst>
                </p14:cNvPr>
                <p14:cNvContentPartPr/>
                <p14:nvPr/>
              </p14:nvContentPartPr>
              <p14:xfrm>
                <a:off x="10760298" y="5037972"/>
                <a:ext cx="129960" cy="249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00ACA59-8CED-61CA-3234-C7695549E7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755978" y="5033652"/>
                  <a:ext cx="138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3A273D9-5F6F-09CB-3B9D-284575E2BE95}"/>
                    </a:ext>
                  </a:extLst>
                </p14:cNvPr>
                <p14:cNvContentPartPr/>
                <p14:nvPr/>
              </p14:nvContentPartPr>
              <p14:xfrm>
                <a:off x="10644018" y="4889292"/>
                <a:ext cx="280440" cy="192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3A273D9-5F6F-09CB-3B9D-284575E2BE9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639698" y="4884972"/>
                  <a:ext cx="289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317D861-DC66-3BFD-8116-2FA9ADFEE2CB}"/>
                    </a:ext>
                  </a:extLst>
                </p14:cNvPr>
                <p14:cNvContentPartPr/>
                <p14:nvPr/>
              </p14:nvContentPartPr>
              <p14:xfrm>
                <a:off x="10984218" y="4986132"/>
                <a:ext cx="150120" cy="121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317D861-DC66-3BFD-8116-2FA9ADFEE2C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979898" y="4981812"/>
                  <a:ext cx="158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8350B5-DFF7-3AB1-01C8-864BE6D4A5FD}"/>
                    </a:ext>
                  </a:extLst>
                </p14:cNvPr>
                <p14:cNvContentPartPr/>
                <p14:nvPr/>
              </p14:nvContentPartPr>
              <p14:xfrm>
                <a:off x="11128938" y="4931772"/>
                <a:ext cx="103680" cy="149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8350B5-DFF7-3AB1-01C8-864BE6D4A5F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124618" y="4927452"/>
                  <a:ext cx="112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7136F1C-D160-7A65-5C47-D7003984DB90}"/>
                    </a:ext>
                  </a:extLst>
                </p14:cNvPr>
                <p14:cNvContentPartPr/>
                <p14:nvPr/>
              </p14:nvContentPartPr>
              <p14:xfrm>
                <a:off x="11295978" y="4785612"/>
                <a:ext cx="245520" cy="263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7136F1C-D160-7A65-5C47-D7003984DB9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291658" y="4781292"/>
                  <a:ext cx="254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1B32F7C-8EA9-6121-CCD4-AA770D9A7C57}"/>
                    </a:ext>
                  </a:extLst>
                </p14:cNvPr>
                <p14:cNvContentPartPr/>
                <p14:nvPr/>
              </p14:nvContentPartPr>
              <p14:xfrm>
                <a:off x="9803778" y="5376732"/>
                <a:ext cx="1598040" cy="882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1B32F7C-8EA9-6121-CCD4-AA770D9A7C5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799458" y="5372412"/>
                  <a:ext cx="160668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2F2162F-F10F-3512-539E-6CB3F77710DE}"/>
                    </a:ext>
                  </a:extLst>
                </p14:cNvPr>
                <p14:cNvContentPartPr/>
                <p14:nvPr/>
              </p14:nvContentPartPr>
              <p14:xfrm>
                <a:off x="9929058" y="5534052"/>
                <a:ext cx="1441080" cy="848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2F2162F-F10F-3512-539E-6CB3F77710D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24738" y="5529732"/>
                  <a:ext cx="144972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3573D7F-70CC-C80A-3EA8-9A15ABB74ED3}"/>
                    </a:ext>
                  </a:extLst>
                </p14:cNvPr>
                <p14:cNvContentPartPr/>
                <p14:nvPr/>
              </p14:nvContentPartPr>
              <p14:xfrm>
                <a:off x="8783898" y="4420212"/>
                <a:ext cx="2967480" cy="2241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3573D7F-70CC-C80A-3EA8-9A15ABB74ED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779578" y="4415892"/>
                  <a:ext cx="2976120" cy="22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ECD6A4B-BB2B-4330-BB34-2CC7A0EE9DBE}"/>
                    </a:ext>
                  </a:extLst>
                </p14:cNvPr>
                <p14:cNvContentPartPr/>
                <p14:nvPr/>
              </p14:nvContentPartPr>
              <p14:xfrm>
                <a:off x="8569338" y="4643772"/>
                <a:ext cx="405720" cy="1203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ECD6A4B-BB2B-4330-BB34-2CC7A0EE9DB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565018" y="4639452"/>
                  <a:ext cx="414360" cy="121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590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52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12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04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7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35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2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950558123D824EA4CC430A032C9642" ma:contentTypeVersion="5" ma:contentTypeDescription="Create a new document." ma:contentTypeScope="" ma:versionID="56c652ab52f5477699565403a2e319a2">
  <xsd:schema xmlns:xsd="http://www.w3.org/2001/XMLSchema" xmlns:xs="http://www.w3.org/2001/XMLSchema" xmlns:p="http://schemas.microsoft.com/office/2006/metadata/properties" xmlns:ns3="99e5f109-f09e-47a7-809f-fc7ca0468823" targetNamespace="http://schemas.microsoft.com/office/2006/metadata/properties" ma:root="true" ma:fieldsID="490c3a1dd66864f90687ef76584df255" ns3:_="">
    <xsd:import namespace="99e5f109-f09e-47a7-809f-fc7ca04688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e5f109-f09e-47a7-809f-fc7ca04688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35340-1CF5-4F8C-8F54-1ED03EF02125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99e5f109-f09e-47a7-809f-fc7ca0468823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0A4E23B-52C5-45A7-8DAB-8A6F909AA7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B210F4-6F7D-4522-BB2E-1ABF11D29D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e5f109-f09e-47a7-809f-fc7ca04688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 Topnani</dc:creator>
  <cp:lastModifiedBy>Jayant Topnani</cp:lastModifiedBy>
  <cp:revision>1</cp:revision>
  <dcterms:created xsi:type="dcterms:W3CDTF">2024-09-29T13:29:18Z</dcterms:created>
  <dcterms:modified xsi:type="dcterms:W3CDTF">2024-09-29T14:05:32Z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0x010100F3950558123D824EA4CC430A032C9642</vt:lpwstr>
  </property>
</Properties>
</file>